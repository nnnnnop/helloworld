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1225" r:id="rId2"/>
    <p:sldId id="1245" r:id="rId3"/>
    <p:sldId id="1247" r:id="rId4"/>
    <p:sldId id="1248" r:id="rId5"/>
    <p:sldId id="1249" r:id="rId6"/>
    <p:sldId id="1250" r:id="rId7"/>
    <p:sldId id="1235" r:id="rId8"/>
    <p:sldId id="1251" r:id="rId9"/>
    <p:sldId id="1252" r:id="rId10"/>
    <p:sldId id="1253" r:id="rId11"/>
    <p:sldId id="1254" r:id="rId12"/>
    <p:sldId id="1255" r:id="rId13"/>
    <p:sldId id="1256" r:id="rId14"/>
    <p:sldId id="1257" r:id="rId15"/>
    <p:sldId id="1236" r:id="rId16"/>
    <p:sldId id="1239" r:id="rId17"/>
    <p:sldId id="1240" r:id="rId18"/>
    <p:sldId id="1241" r:id="rId19"/>
    <p:sldId id="1242" r:id="rId20"/>
    <p:sldId id="1243" r:id="rId21"/>
    <p:sldId id="1244" r:id="rId22"/>
    <p:sldId id="32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1440" userDrawn="1">
          <p15:clr>
            <a:srgbClr val="A4A3A4"/>
          </p15:clr>
        </p15:guide>
        <p15:guide id="3" orient="horz" pos="35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F90"/>
    <a:srgbClr val="0000A8"/>
    <a:srgbClr val="B5E7FF"/>
    <a:srgbClr val="A2C1FF"/>
    <a:srgbClr val="8FAADC"/>
    <a:srgbClr val="E40000"/>
    <a:srgbClr val="FFB3D3"/>
    <a:srgbClr val="0000A3"/>
    <a:srgbClr val="9CE0FA"/>
    <a:srgbClr val="3C6C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2787" autoAdjust="0"/>
  </p:normalViewPr>
  <p:slideViewPr>
    <p:cSldViewPr snapToGrid="0" snapToObjects="1">
      <p:cViewPr varScale="1">
        <p:scale>
          <a:sx n="66" d="100"/>
          <a:sy n="66" d="100"/>
        </p:scale>
        <p:origin x="44" y="160"/>
      </p:cViewPr>
      <p:guideLst>
        <p:guide pos="1440"/>
        <p:guide orient="horz" pos="3528"/>
      </p:guideLst>
    </p:cSldViewPr>
  </p:slideViewPr>
  <p:outlineViewPr>
    <p:cViewPr>
      <p:scale>
        <a:sx n="33" d="100"/>
        <a:sy n="33" d="100"/>
      </p:scale>
      <p:origin x="0" y="-25744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3024D-5FCD-D142-BBE1-7B391F60AD88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1EEAC-CFEF-9647-876F-EABC6B833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561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04191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71070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18018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714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22651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89510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0763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771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423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41882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53820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002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6339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87543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0125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2215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99995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8458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64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85935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8836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7E93C0D-5E34-354A-A654-B383913662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6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41126D0-2478-AE48-891D-9046D4F5E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446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9731AF-B9DB-1E4D-A017-6D1C48DC05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958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0DCD8E0-36D6-2D43-9C3A-92DC921E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131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CF3ABA1-E9EF-3248-90FD-6E40E659E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16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00A3"/>
          </a:solidFill>
          <a:latin typeface="+mj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itchFamily="2" charset="2"/>
        <a:buChar char="§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image" Target="../media/image7.png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FA32C-253B-7F11-62A1-BB7307DCCC22}"/>
              </a:ext>
            </a:extLst>
          </p:cNvPr>
          <p:cNvSpPr txBox="1">
            <a:spLocks/>
          </p:cNvSpPr>
          <p:nvPr/>
        </p:nvSpPr>
        <p:spPr>
          <a:xfrm>
            <a:off x="3649578" y="2799972"/>
            <a:ext cx="4500889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B050"/>
                </a:solidFill>
              </a:rPr>
              <a:t>Routing Algorithm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851C52-F664-9823-68A6-D5B0FE8BCE9D}"/>
              </a:ext>
            </a:extLst>
          </p:cNvPr>
          <p:cNvSpPr txBox="1"/>
          <p:nvPr/>
        </p:nvSpPr>
        <p:spPr>
          <a:xfrm>
            <a:off x="899592" y="5877272"/>
            <a:ext cx="15426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Prof. </a:t>
            </a:r>
            <a:r>
              <a:rPr lang="en-US" dirty="0"/>
              <a:t>Liu Liang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288B3A4-4787-A98E-C846-E18CC0FEA389}"/>
              </a:ext>
            </a:extLst>
          </p:cNvPr>
          <p:cNvSpPr txBox="1">
            <a:spLocks/>
          </p:cNvSpPr>
          <p:nvPr/>
        </p:nvSpPr>
        <p:spPr>
          <a:xfrm>
            <a:off x="1297858" y="1334780"/>
            <a:ext cx="8996536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altLang="zh-HK" sz="44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EIE4113 Wireless and Mobile Systems 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336D16A-7C07-49CE-AAD4-02A4FD66D04B}"/>
              </a:ext>
            </a:extLst>
          </p:cNvPr>
          <p:cNvSpPr txBox="1">
            <a:spLocks/>
          </p:cNvSpPr>
          <p:nvPr/>
        </p:nvSpPr>
        <p:spPr>
          <a:xfrm>
            <a:off x="4620282" y="4494004"/>
            <a:ext cx="6400800" cy="17526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Week 6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DA3EEB-A189-AB10-8A18-A3E0EF083B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204591-24BD-A542-B9D5-F8D8A88D2FE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9598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B8519-F020-5F41-9762-E63B0FD7E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R</a:t>
            </a:r>
            <a:r>
              <a:rPr lang="en-US" altLang="zh-CN" sz="4800" dirty="0"/>
              <a:t>outing is Necessary for Wireless Network</a:t>
            </a:r>
            <a:endParaRPr lang="en-US" sz="4800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CBCC350-EFA9-6742-FA3D-E98C4C5CB4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204591-24BD-A542-B9D5-F8D8A88D2FE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0" name="TextBox 7 1">
            <a:extLst>
              <a:ext uri="{FF2B5EF4-FFF2-40B4-BE49-F238E27FC236}">
                <a16:creationId xmlns:a16="http://schemas.microsoft.com/office/drawing/2014/main" id="{25DE06F5-3EC2-F52C-7CE3-851A46DC5F2A}"/>
              </a:ext>
            </a:extLst>
          </p:cNvPr>
          <p:cNvSpPr txBox="1"/>
          <p:nvPr/>
        </p:nvSpPr>
        <p:spPr>
          <a:xfrm>
            <a:off x="740391" y="1436559"/>
            <a:ext cx="8991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FF6600"/>
                </a:solidFill>
                <a:latin typeface="Verdana" panose="020B0604030504040204" pitchFamily="34" charset="0"/>
                <a:ea typeface="黑体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FF6600"/>
                </a:solidFill>
                <a:latin typeface="Verdana" panose="020B0604030504040204" pitchFamily="34" charset="0"/>
                <a:ea typeface="黑体" pitchFamily="49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FF6600"/>
                </a:solidFill>
                <a:latin typeface="Verdana" panose="020B0604030504040204" pitchFamily="34" charset="0"/>
                <a:ea typeface="黑体" pitchFamily="49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FF6600"/>
                </a:solidFill>
                <a:latin typeface="Verdana" panose="020B0604030504040204" pitchFamily="34" charset="0"/>
                <a:ea typeface="黑体" pitchFamily="49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FF6600"/>
                </a:solidFill>
                <a:latin typeface="Verdana" panose="020B0604030504040204" pitchFamily="34" charset="0"/>
                <a:ea typeface="黑体" pitchFamily="49" charset="-122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rgbClr val="FF6600"/>
                </a:solidFill>
                <a:latin typeface="Verdana" panose="020B0604030504040204" pitchFamily="34" charset="0"/>
                <a:ea typeface="黑体" pitchFamily="49" charset="-122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rgbClr val="FF6600"/>
                </a:solidFill>
                <a:latin typeface="Verdana" panose="020B0604030504040204" pitchFamily="34" charset="0"/>
                <a:ea typeface="黑体" pitchFamily="49" charset="-122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rgbClr val="FF6600"/>
                </a:solidFill>
                <a:latin typeface="Verdana" panose="020B0604030504040204" pitchFamily="34" charset="0"/>
                <a:ea typeface="黑体" pitchFamily="49" charset="-122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rgbClr val="FF6600"/>
                </a:solidFill>
                <a:latin typeface="Verdana" panose="020B0604030504040204" pitchFamily="34" charset="0"/>
                <a:ea typeface="黑体" pitchFamily="49" charset="-122"/>
                <a:cs typeface="+mn-cs"/>
              </a:defRPr>
            </a:lvl9pPr>
          </a:lstStyle>
          <a:p>
            <a:pPr marL="900" indent="-342900"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r>
              <a:rPr lang="en-US" altLang="zh-CN" sz="2000" b="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When the transmitter and receiver are not in the same cell, base stations should talk with each other</a:t>
            </a:r>
          </a:p>
          <a:p>
            <a:pPr marL="458100" lvl="1" indent="-3429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2000" b="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Base stations are connected by fiber cables (backhaul network)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F366C82-5B9A-9DEC-0B06-2039D84482B2}"/>
              </a:ext>
            </a:extLst>
          </p:cNvPr>
          <p:cNvSpPr/>
          <p:nvPr/>
        </p:nvSpPr>
        <p:spPr>
          <a:xfrm>
            <a:off x="1081642" y="4788694"/>
            <a:ext cx="3668263" cy="152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0E39C7C-C15B-6264-4468-748F1823942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5616" y="3641488"/>
            <a:ext cx="1676400" cy="16764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BF89FD5-A7B7-92EA-F7BB-002C24FE29F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1905" y="5377947"/>
            <a:ext cx="345493" cy="34549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7A3C7B1-DCF3-84AF-D9E3-9A036E2D6FA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2705" y="5456198"/>
            <a:ext cx="345493" cy="345493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B0EAF4C-6D06-3B0F-350D-845C4858365B}"/>
              </a:ext>
            </a:extLst>
          </p:cNvPr>
          <p:cNvCxnSpPr/>
          <p:nvPr/>
        </p:nvCxnSpPr>
        <p:spPr>
          <a:xfrm flipV="1">
            <a:off x="1930505" y="4255295"/>
            <a:ext cx="533400" cy="10265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F17AB8E-DD3B-FB9A-37A8-D54EAAC725E2}"/>
              </a:ext>
            </a:extLst>
          </p:cNvPr>
          <p:cNvCxnSpPr/>
          <p:nvPr/>
        </p:nvCxnSpPr>
        <p:spPr>
          <a:xfrm>
            <a:off x="7874105" y="4102894"/>
            <a:ext cx="401346" cy="12750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6936E84D-B9CB-98CE-A4CB-75E7BEF660D0}"/>
              </a:ext>
            </a:extLst>
          </p:cNvPr>
          <p:cNvSpPr/>
          <p:nvPr/>
        </p:nvSpPr>
        <p:spPr>
          <a:xfrm>
            <a:off x="5370168" y="4775095"/>
            <a:ext cx="3668263" cy="152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9DDB4D3-B63E-D5F8-04A2-69E23ECD6A8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142" y="3627889"/>
            <a:ext cx="1676400" cy="16764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F9BA8AD-485E-ECCB-4899-8E090EA4DA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5876" y="3348656"/>
            <a:ext cx="835198" cy="835198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5433D08-DE8B-16B4-6F69-EDA5D2D58A28}"/>
              </a:ext>
            </a:extLst>
          </p:cNvPr>
          <p:cNvCxnSpPr/>
          <p:nvPr/>
        </p:nvCxnSpPr>
        <p:spPr>
          <a:xfrm flipV="1">
            <a:off x="3555550" y="3972977"/>
            <a:ext cx="990110" cy="4931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93C21BE-4C16-9F4A-0317-6C3FEF14ADBB}"/>
              </a:ext>
            </a:extLst>
          </p:cNvPr>
          <p:cNvCxnSpPr/>
          <p:nvPr/>
        </p:nvCxnSpPr>
        <p:spPr>
          <a:xfrm>
            <a:off x="5451074" y="3972977"/>
            <a:ext cx="1529957" cy="645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6980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B8519-F020-5F41-9762-E63B0FD7E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R</a:t>
            </a:r>
            <a:r>
              <a:rPr lang="en-US" altLang="zh-CN" sz="4800" dirty="0"/>
              <a:t>outing is Necessary for Wireless Network</a:t>
            </a:r>
            <a:endParaRPr lang="en-US" sz="4800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CBCC350-EFA9-6742-FA3D-E98C4C5CB4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204591-24BD-A542-B9D5-F8D8A88D2FE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extBox 7 1">
            <a:extLst>
              <a:ext uri="{FF2B5EF4-FFF2-40B4-BE49-F238E27FC236}">
                <a16:creationId xmlns:a16="http://schemas.microsoft.com/office/drawing/2014/main" id="{BD3ED06B-AD5B-638E-3628-CC21921F6179}"/>
              </a:ext>
            </a:extLst>
          </p:cNvPr>
          <p:cNvSpPr txBox="1"/>
          <p:nvPr/>
        </p:nvSpPr>
        <p:spPr>
          <a:xfrm>
            <a:off x="740391" y="1436559"/>
            <a:ext cx="8991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FF6600"/>
                </a:solidFill>
                <a:latin typeface="Verdana" panose="020B0604030504040204" pitchFamily="34" charset="0"/>
                <a:ea typeface="黑体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FF6600"/>
                </a:solidFill>
                <a:latin typeface="Verdana" panose="020B0604030504040204" pitchFamily="34" charset="0"/>
                <a:ea typeface="黑体" pitchFamily="49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FF6600"/>
                </a:solidFill>
                <a:latin typeface="Verdana" panose="020B0604030504040204" pitchFamily="34" charset="0"/>
                <a:ea typeface="黑体" pitchFamily="49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FF6600"/>
                </a:solidFill>
                <a:latin typeface="Verdana" panose="020B0604030504040204" pitchFamily="34" charset="0"/>
                <a:ea typeface="黑体" pitchFamily="49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FF6600"/>
                </a:solidFill>
                <a:latin typeface="Verdana" panose="020B0604030504040204" pitchFamily="34" charset="0"/>
                <a:ea typeface="黑体" pitchFamily="49" charset="-122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rgbClr val="FF6600"/>
                </a:solidFill>
                <a:latin typeface="Verdana" panose="020B0604030504040204" pitchFamily="34" charset="0"/>
                <a:ea typeface="黑体" pitchFamily="49" charset="-122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rgbClr val="FF6600"/>
                </a:solidFill>
                <a:latin typeface="Verdana" panose="020B0604030504040204" pitchFamily="34" charset="0"/>
                <a:ea typeface="黑体" pitchFamily="49" charset="-122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rgbClr val="FF6600"/>
                </a:solidFill>
                <a:latin typeface="Verdana" panose="020B0604030504040204" pitchFamily="34" charset="0"/>
                <a:ea typeface="黑体" pitchFamily="49" charset="-122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rgbClr val="FF6600"/>
                </a:solidFill>
                <a:latin typeface="Verdana" panose="020B0604030504040204" pitchFamily="34" charset="0"/>
                <a:ea typeface="黑体" pitchFamily="49" charset="-122"/>
                <a:cs typeface="+mn-cs"/>
              </a:defRPr>
            </a:lvl9pPr>
          </a:lstStyle>
          <a:p>
            <a:pPr marL="900" indent="-342900"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r>
              <a:rPr lang="en-US" altLang="zh-CN" sz="2000" b="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When you are at Hong Kong, and your friend is at London</a:t>
            </a:r>
          </a:p>
          <a:p>
            <a:pPr marL="458100" lvl="1" indent="-3429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2000" b="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Your signal is sent to a base station</a:t>
            </a:r>
          </a:p>
          <a:p>
            <a:pPr marL="458100" lvl="1" indent="-3429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2000" b="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Signal is then routed to London, and then a base station there serves your friend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689795-0CC9-7FC2-7C7A-EC83ED5F0B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7637" y="3224329"/>
            <a:ext cx="5453205" cy="3067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433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B8519-F020-5F41-9762-E63B0FD7E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Routing in Fiber Network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CBCC350-EFA9-6742-FA3D-E98C4C5CB4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204591-24BD-A542-B9D5-F8D8A88D2FE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extBox 7 1">
            <a:extLst>
              <a:ext uri="{FF2B5EF4-FFF2-40B4-BE49-F238E27FC236}">
                <a16:creationId xmlns:a16="http://schemas.microsoft.com/office/drawing/2014/main" id="{6519538C-21B4-458E-9330-EBF72791A9D0}"/>
              </a:ext>
            </a:extLst>
          </p:cNvPr>
          <p:cNvSpPr txBox="1"/>
          <p:nvPr/>
        </p:nvSpPr>
        <p:spPr>
          <a:xfrm>
            <a:off x="740391" y="1436559"/>
            <a:ext cx="8991600" cy="96795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FF6600"/>
                </a:solidFill>
                <a:latin typeface="Verdana" panose="020B0604030504040204" pitchFamily="34" charset="0"/>
                <a:ea typeface="黑体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FF6600"/>
                </a:solidFill>
                <a:latin typeface="Verdana" panose="020B0604030504040204" pitchFamily="34" charset="0"/>
                <a:ea typeface="黑体" pitchFamily="49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FF6600"/>
                </a:solidFill>
                <a:latin typeface="Verdana" panose="020B0604030504040204" pitchFamily="34" charset="0"/>
                <a:ea typeface="黑体" pitchFamily="49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FF6600"/>
                </a:solidFill>
                <a:latin typeface="Verdana" panose="020B0604030504040204" pitchFamily="34" charset="0"/>
                <a:ea typeface="黑体" pitchFamily="49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FF6600"/>
                </a:solidFill>
                <a:latin typeface="Verdana" panose="020B0604030504040204" pitchFamily="34" charset="0"/>
                <a:ea typeface="黑体" pitchFamily="49" charset="-122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rgbClr val="FF6600"/>
                </a:solidFill>
                <a:latin typeface="Verdana" panose="020B0604030504040204" pitchFamily="34" charset="0"/>
                <a:ea typeface="黑体" pitchFamily="49" charset="-122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rgbClr val="FF6600"/>
                </a:solidFill>
                <a:latin typeface="Verdana" panose="020B0604030504040204" pitchFamily="34" charset="0"/>
                <a:ea typeface="黑体" pitchFamily="49" charset="-122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rgbClr val="FF6600"/>
                </a:solidFill>
                <a:latin typeface="Verdana" panose="020B0604030504040204" pitchFamily="34" charset="0"/>
                <a:ea typeface="黑体" pitchFamily="49" charset="-122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rgbClr val="FF6600"/>
                </a:solidFill>
                <a:latin typeface="Verdana" panose="020B0604030504040204" pitchFamily="34" charset="0"/>
                <a:ea typeface="黑体" pitchFamily="49" charset="-122"/>
                <a:cs typeface="+mn-cs"/>
              </a:defRPr>
            </a:lvl9pPr>
          </a:lstStyle>
          <a:p>
            <a:pPr marL="900" indent="-342900"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r>
              <a:rPr lang="en-US" altLang="zh-CN" sz="2000" b="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When transmitter and receiver is connected via a lot of routers, it is hard to find a good routing strategy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BFC476-150D-D046-7872-DE0E9D5F10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231" y="2820857"/>
            <a:ext cx="8085494" cy="3816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664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B8519-F020-5F41-9762-E63B0FD7E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Routing in Fiber Network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CBCC350-EFA9-6742-FA3D-E98C4C5CB4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204591-24BD-A542-B9D5-F8D8A88D2FE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extBox 7 1">
            <a:extLst>
              <a:ext uri="{FF2B5EF4-FFF2-40B4-BE49-F238E27FC236}">
                <a16:creationId xmlns:a16="http://schemas.microsoft.com/office/drawing/2014/main" id="{6519538C-21B4-458E-9330-EBF72791A9D0}"/>
              </a:ext>
            </a:extLst>
          </p:cNvPr>
          <p:cNvSpPr txBox="1"/>
          <p:nvPr/>
        </p:nvSpPr>
        <p:spPr>
          <a:xfrm>
            <a:off x="740391" y="1436559"/>
            <a:ext cx="8991600" cy="96795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FF6600"/>
                </a:solidFill>
                <a:latin typeface="Verdana" panose="020B0604030504040204" pitchFamily="34" charset="0"/>
                <a:ea typeface="黑体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FF6600"/>
                </a:solidFill>
                <a:latin typeface="Verdana" panose="020B0604030504040204" pitchFamily="34" charset="0"/>
                <a:ea typeface="黑体" pitchFamily="49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FF6600"/>
                </a:solidFill>
                <a:latin typeface="Verdana" panose="020B0604030504040204" pitchFamily="34" charset="0"/>
                <a:ea typeface="黑体" pitchFamily="49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FF6600"/>
                </a:solidFill>
                <a:latin typeface="Verdana" panose="020B0604030504040204" pitchFamily="34" charset="0"/>
                <a:ea typeface="黑体" pitchFamily="49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FF6600"/>
                </a:solidFill>
                <a:latin typeface="Verdana" panose="020B0604030504040204" pitchFamily="34" charset="0"/>
                <a:ea typeface="黑体" pitchFamily="49" charset="-122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rgbClr val="FF6600"/>
                </a:solidFill>
                <a:latin typeface="Verdana" panose="020B0604030504040204" pitchFamily="34" charset="0"/>
                <a:ea typeface="黑体" pitchFamily="49" charset="-122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rgbClr val="FF6600"/>
                </a:solidFill>
                <a:latin typeface="Verdana" panose="020B0604030504040204" pitchFamily="34" charset="0"/>
                <a:ea typeface="黑体" pitchFamily="49" charset="-122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rgbClr val="FF6600"/>
                </a:solidFill>
                <a:latin typeface="Verdana" panose="020B0604030504040204" pitchFamily="34" charset="0"/>
                <a:ea typeface="黑体" pitchFamily="49" charset="-122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rgbClr val="FF6600"/>
                </a:solidFill>
                <a:latin typeface="Verdana" panose="020B0604030504040204" pitchFamily="34" charset="0"/>
                <a:ea typeface="黑体" pitchFamily="49" charset="-122"/>
                <a:cs typeface="+mn-cs"/>
              </a:defRPr>
            </a:lvl9pPr>
          </a:lstStyle>
          <a:p>
            <a:pPr marL="900" indent="-342900"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r>
              <a:rPr lang="en-US" altLang="zh-CN" sz="2000" b="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When transmitter and receiver is connected via a lot of routers, it is hard to find a good routing strategy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BFC476-150D-D046-7872-DE0E9D5F10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231" y="2820857"/>
            <a:ext cx="8085494" cy="3816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08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B8519-F020-5F41-9762-E63B0FD7E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IP Address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CBCC350-EFA9-6742-FA3D-E98C4C5CB4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204591-24BD-A542-B9D5-F8D8A88D2FE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extBox 7 1">
            <a:extLst>
              <a:ext uri="{FF2B5EF4-FFF2-40B4-BE49-F238E27FC236}">
                <a16:creationId xmlns:a16="http://schemas.microsoft.com/office/drawing/2014/main" id="{01E73C34-B02E-B1EE-D894-E4F628D69DF6}"/>
              </a:ext>
            </a:extLst>
          </p:cNvPr>
          <p:cNvSpPr txBox="1"/>
          <p:nvPr/>
        </p:nvSpPr>
        <p:spPr>
          <a:xfrm>
            <a:off x="740391" y="1436559"/>
            <a:ext cx="89916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FF6600"/>
                </a:solidFill>
                <a:latin typeface="Verdana" panose="020B0604030504040204" pitchFamily="34" charset="0"/>
                <a:ea typeface="黑体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FF6600"/>
                </a:solidFill>
                <a:latin typeface="Verdana" panose="020B0604030504040204" pitchFamily="34" charset="0"/>
                <a:ea typeface="黑体" pitchFamily="49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FF6600"/>
                </a:solidFill>
                <a:latin typeface="Verdana" panose="020B0604030504040204" pitchFamily="34" charset="0"/>
                <a:ea typeface="黑体" pitchFamily="49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FF6600"/>
                </a:solidFill>
                <a:latin typeface="Verdana" panose="020B0604030504040204" pitchFamily="34" charset="0"/>
                <a:ea typeface="黑体" pitchFamily="49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FF6600"/>
                </a:solidFill>
                <a:latin typeface="Verdana" panose="020B0604030504040204" pitchFamily="34" charset="0"/>
                <a:ea typeface="黑体" pitchFamily="49" charset="-122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rgbClr val="FF6600"/>
                </a:solidFill>
                <a:latin typeface="Verdana" panose="020B0604030504040204" pitchFamily="34" charset="0"/>
                <a:ea typeface="黑体" pitchFamily="49" charset="-122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rgbClr val="FF6600"/>
                </a:solidFill>
                <a:latin typeface="Verdana" panose="020B0604030504040204" pitchFamily="34" charset="0"/>
                <a:ea typeface="黑体" pitchFamily="49" charset="-122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rgbClr val="FF6600"/>
                </a:solidFill>
                <a:latin typeface="Verdana" panose="020B0604030504040204" pitchFamily="34" charset="0"/>
                <a:ea typeface="黑体" pitchFamily="49" charset="-122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rgbClr val="FF6600"/>
                </a:solidFill>
                <a:latin typeface="Verdana" panose="020B0604030504040204" pitchFamily="34" charset="0"/>
                <a:ea typeface="黑体" pitchFamily="49" charset="-122"/>
                <a:cs typeface="+mn-cs"/>
              </a:defRPr>
            </a:lvl9pPr>
          </a:lstStyle>
          <a:p>
            <a:pPr marL="900" indent="-342900"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r>
              <a:rPr lang="en-US" altLang="zh-CN" sz="2000" b="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IP addresses are 32-bit long, usually expressed in the dotted-decimal notation A.B.C.D</a:t>
            </a:r>
          </a:p>
          <a:p>
            <a:pPr>
              <a:lnSpc>
                <a:spcPct val="150000"/>
              </a:lnSpc>
              <a:defRPr/>
            </a:pPr>
            <a:endParaRPr lang="en-US" altLang="zh-CN" sz="2000" b="0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900" indent="-342900"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endParaRPr lang="en-US" altLang="zh-CN" sz="2000" b="0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900" indent="-342900"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endParaRPr lang="en-US" altLang="zh-CN" sz="2000" b="0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900" indent="-342900"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endParaRPr lang="en-US" altLang="zh-CN" sz="2000" b="0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900" indent="-342900"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endParaRPr lang="en-US" altLang="zh-CN" sz="2000" b="0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900" indent="-342900"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endParaRPr lang="en-US" altLang="zh-CN" sz="2000" b="0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900" indent="-342900"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r>
              <a:rPr lang="en-US" altLang="zh-CN" sz="2000" b="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Example: 152.123.1.2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2000" b="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          10011000  10000100  00000001 00000010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05283E-1055-01E8-64C2-2705A96025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749" y="2706815"/>
            <a:ext cx="7614564" cy="2182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122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013C8C0-E40F-7640-BA53-55FC4A4891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710" y="1443808"/>
            <a:ext cx="6034548" cy="4351338"/>
          </a:xfrm>
        </p:spPr>
        <p:txBody>
          <a:bodyPr>
            <a:normAutofit lnSpcReduction="10000"/>
          </a:bodyPr>
          <a:lstStyle/>
          <a:p>
            <a:pPr marL="130175" indent="0">
              <a:buNone/>
            </a:pPr>
            <a:r>
              <a:rPr lang="en-US" sz="3200" dirty="0">
                <a:solidFill>
                  <a:srgbClr val="C00000"/>
                </a:solidFill>
              </a:rPr>
              <a:t>Routing</a:t>
            </a:r>
            <a:r>
              <a:rPr lang="en-US" dirty="0">
                <a:solidFill>
                  <a:srgbClr val="C00000"/>
                </a:solidFill>
              </a:rPr>
              <a:t> protocol goal: </a:t>
            </a:r>
            <a:r>
              <a:rPr lang="en-US" dirty="0"/>
              <a:t>determine “good” paths (equivalently, routes), from sending hosts to receiving host, through network of routers</a:t>
            </a:r>
          </a:p>
          <a:p>
            <a:pPr marL="407988" indent="-277813"/>
            <a:r>
              <a:rPr lang="en-US" dirty="0">
                <a:solidFill>
                  <a:srgbClr val="C00000"/>
                </a:solidFill>
              </a:rPr>
              <a:t>path: </a:t>
            </a:r>
            <a:r>
              <a:rPr lang="en-US" dirty="0"/>
              <a:t>sequence of routers packets traverse from given initial source host to final destination host</a:t>
            </a:r>
          </a:p>
          <a:p>
            <a:pPr marL="407988" indent="-277813"/>
            <a:r>
              <a:rPr lang="en-US" dirty="0">
                <a:solidFill>
                  <a:srgbClr val="C00000"/>
                </a:solidFill>
              </a:rPr>
              <a:t>“good”: </a:t>
            </a:r>
            <a:r>
              <a:rPr lang="en-US" dirty="0"/>
              <a:t>least “cost”, “fastest”, “least congested”</a:t>
            </a:r>
          </a:p>
          <a:p>
            <a:pPr marL="407988" indent="-277813"/>
            <a:r>
              <a:rPr lang="en-US" dirty="0"/>
              <a:t>routing: a “top-10” networking challenge!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3837"/>
            <a:ext cx="10515600" cy="894622"/>
          </a:xfrm>
        </p:spPr>
        <p:txBody>
          <a:bodyPr/>
          <a:lstStyle/>
          <a:p>
            <a:r>
              <a:rPr lang="en-US" dirty="0"/>
              <a:t>Routing protocols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8145F460-37A7-FC4E-B52E-1476917705E4}"/>
              </a:ext>
            </a:extLst>
          </p:cNvPr>
          <p:cNvSpPr/>
          <p:nvPr/>
        </p:nvSpPr>
        <p:spPr>
          <a:xfrm>
            <a:off x="9058928" y="2579084"/>
            <a:ext cx="1124807" cy="133791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82604 w 1558990"/>
              <a:gd name="connsiteY0" fmla="*/ 534641 h 1810599"/>
              <a:gd name="connsiteX1" fmla="*/ 22252 w 1558990"/>
              <a:gd name="connsiteY1" fmla="*/ 940200 h 1810599"/>
              <a:gd name="connsiteX2" fmla="*/ 167457 w 1558990"/>
              <a:gd name="connsiteY2" fmla="*/ 1672556 h 1810599"/>
              <a:gd name="connsiteX3" fmla="*/ 1208772 w 1558990"/>
              <a:gd name="connsiteY3" fmla="*/ 1775650 h 1810599"/>
              <a:gd name="connsiteX4" fmla="*/ 1543003 w 1558990"/>
              <a:gd name="connsiteY4" fmla="*/ 1257671 h 1810599"/>
              <a:gd name="connsiteX5" fmla="*/ 1490762 w 1558990"/>
              <a:gd name="connsiteY5" fmla="*/ 672856 h 1810599"/>
              <a:gd name="connsiteX6" fmla="*/ 1359176 w 1558990"/>
              <a:gd name="connsiteY6" fmla="*/ 154877 h 1810599"/>
              <a:gd name="connsiteX7" fmla="*/ 861336 w 1558990"/>
              <a:gd name="connsiteY7" fmla="*/ 21205 h 1810599"/>
              <a:gd name="connsiteX8" fmla="*/ 382604 w 1558990"/>
              <a:gd name="connsiteY8" fmla="*/ 534641 h 1810599"/>
              <a:gd name="connsiteX0" fmla="*/ 393458 w 1593840"/>
              <a:gd name="connsiteY0" fmla="*/ 534641 h 1793264"/>
              <a:gd name="connsiteX1" fmla="*/ 33106 w 1593840"/>
              <a:gd name="connsiteY1" fmla="*/ 940200 h 1793264"/>
              <a:gd name="connsiteX2" fmla="*/ 178311 w 1593840"/>
              <a:gd name="connsiteY2" fmla="*/ 1672556 h 1793264"/>
              <a:gd name="connsiteX3" fmla="*/ 1464139 w 1593840"/>
              <a:gd name="connsiteY3" fmla="*/ 1752440 h 1793264"/>
              <a:gd name="connsiteX4" fmla="*/ 1553857 w 1593840"/>
              <a:gd name="connsiteY4" fmla="*/ 1257671 h 1793264"/>
              <a:gd name="connsiteX5" fmla="*/ 1501616 w 1593840"/>
              <a:gd name="connsiteY5" fmla="*/ 672856 h 1793264"/>
              <a:gd name="connsiteX6" fmla="*/ 1370030 w 1593840"/>
              <a:gd name="connsiteY6" fmla="*/ 154877 h 1793264"/>
              <a:gd name="connsiteX7" fmla="*/ 872190 w 1593840"/>
              <a:gd name="connsiteY7" fmla="*/ 21205 h 1793264"/>
              <a:gd name="connsiteX8" fmla="*/ 393458 w 1593840"/>
              <a:gd name="connsiteY8" fmla="*/ 534641 h 1793264"/>
              <a:gd name="connsiteX0" fmla="*/ 393458 w 1566550"/>
              <a:gd name="connsiteY0" fmla="*/ 534641 h 1840341"/>
              <a:gd name="connsiteX1" fmla="*/ 33106 w 1566550"/>
              <a:gd name="connsiteY1" fmla="*/ 940200 h 1840341"/>
              <a:gd name="connsiteX2" fmla="*/ 178311 w 1566550"/>
              <a:gd name="connsiteY2" fmla="*/ 1672556 h 1840341"/>
              <a:gd name="connsiteX3" fmla="*/ 1464139 w 1566550"/>
              <a:gd name="connsiteY3" fmla="*/ 1752440 h 1840341"/>
              <a:gd name="connsiteX4" fmla="*/ 1553857 w 1566550"/>
              <a:gd name="connsiteY4" fmla="*/ 1257671 h 1840341"/>
              <a:gd name="connsiteX5" fmla="*/ 1501616 w 1566550"/>
              <a:gd name="connsiteY5" fmla="*/ 672856 h 1840341"/>
              <a:gd name="connsiteX6" fmla="*/ 1370030 w 1566550"/>
              <a:gd name="connsiteY6" fmla="*/ 154877 h 1840341"/>
              <a:gd name="connsiteX7" fmla="*/ 872190 w 1566550"/>
              <a:gd name="connsiteY7" fmla="*/ 21205 h 1840341"/>
              <a:gd name="connsiteX8" fmla="*/ 393458 w 1566550"/>
              <a:gd name="connsiteY8" fmla="*/ 534641 h 1840341"/>
              <a:gd name="connsiteX0" fmla="*/ 393458 w 1555557"/>
              <a:gd name="connsiteY0" fmla="*/ 534641 h 1787187"/>
              <a:gd name="connsiteX1" fmla="*/ 33106 w 1555557"/>
              <a:gd name="connsiteY1" fmla="*/ 940200 h 1787187"/>
              <a:gd name="connsiteX2" fmla="*/ 178311 w 1555557"/>
              <a:gd name="connsiteY2" fmla="*/ 1672556 h 1787187"/>
              <a:gd name="connsiteX3" fmla="*/ 1464139 w 1555557"/>
              <a:gd name="connsiteY3" fmla="*/ 1752440 h 1787187"/>
              <a:gd name="connsiteX4" fmla="*/ 1553857 w 1555557"/>
              <a:gd name="connsiteY4" fmla="*/ 1257671 h 1787187"/>
              <a:gd name="connsiteX5" fmla="*/ 1501616 w 1555557"/>
              <a:gd name="connsiteY5" fmla="*/ 672856 h 1787187"/>
              <a:gd name="connsiteX6" fmla="*/ 1370030 w 1555557"/>
              <a:gd name="connsiteY6" fmla="*/ 154877 h 1787187"/>
              <a:gd name="connsiteX7" fmla="*/ 872190 w 1555557"/>
              <a:gd name="connsiteY7" fmla="*/ 21205 h 1787187"/>
              <a:gd name="connsiteX8" fmla="*/ 393458 w 1555557"/>
              <a:gd name="connsiteY8" fmla="*/ 534641 h 1787187"/>
              <a:gd name="connsiteX0" fmla="*/ 401126 w 1664928"/>
              <a:gd name="connsiteY0" fmla="*/ 534641 h 1783934"/>
              <a:gd name="connsiteX1" fmla="*/ 40774 w 1664928"/>
              <a:gd name="connsiteY1" fmla="*/ 940200 h 1783934"/>
              <a:gd name="connsiteX2" fmla="*/ 185979 w 1664928"/>
              <a:gd name="connsiteY2" fmla="*/ 1672556 h 1783934"/>
              <a:gd name="connsiteX3" fmla="*/ 1618513 w 1664928"/>
              <a:gd name="connsiteY3" fmla="*/ 1747798 h 1783934"/>
              <a:gd name="connsiteX4" fmla="*/ 1561525 w 1664928"/>
              <a:gd name="connsiteY4" fmla="*/ 1257671 h 1783934"/>
              <a:gd name="connsiteX5" fmla="*/ 1509284 w 1664928"/>
              <a:gd name="connsiteY5" fmla="*/ 672856 h 1783934"/>
              <a:gd name="connsiteX6" fmla="*/ 1377698 w 1664928"/>
              <a:gd name="connsiteY6" fmla="*/ 154877 h 1783934"/>
              <a:gd name="connsiteX7" fmla="*/ 879858 w 1664928"/>
              <a:gd name="connsiteY7" fmla="*/ 21205 h 1783934"/>
              <a:gd name="connsiteX8" fmla="*/ 401126 w 1664928"/>
              <a:gd name="connsiteY8" fmla="*/ 534641 h 1783934"/>
              <a:gd name="connsiteX0" fmla="*/ 408119 w 1718774"/>
              <a:gd name="connsiteY0" fmla="*/ 534641 h 1826522"/>
              <a:gd name="connsiteX1" fmla="*/ 47767 w 1718774"/>
              <a:gd name="connsiteY1" fmla="*/ 940200 h 1826522"/>
              <a:gd name="connsiteX2" fmla="*/ 179001 w 1718774"/>
              <a:gd name="connsiteY2" fmla="*/ 1742186 h 1826522"/>
              <a:gd name="connsiteX3" fmla="*/ 1625506 w 1718774"/>
              <a:gd name="connsiteY3" fmla="*/ 1747798 h 1826522"/>
              <a:gd name="connsiteX4" fmla="*/ 1568518 w 1718774"/>
              <a:gd name="connsiteY4" fmla="*/ 1257671 h 1826522"/>
              <a:gd name="connsiteX5" fmla="*/ 1516277 w 1718774"/>
              <a:gd name="connsiteY5" fmla="*/ 672856 h 1826522"/>
              <a:gd name="connsiteX6" fmla="*/ 1384691 w 1718774"/>
              <a:gd name="connsiteY6" fmla="*/ 154877 h 1826522"/>
              <a:gd name="connsiteX7" fmla="*/ 886851 w 1718774"/>
              <a:gd name="connsiteY7" fmla="*/ 21205 h 1826522"/>
              <a:gd name="connsiteX8" fmla="*/ 408119 w 1718774"/>
              <a:gd name="connsiteY8" fmla="*/ 534641 h 1826522"/>
              <a:gd name="connsiteX0" fmla="*/ 477759 w 1796623"/>
              <a:gd name="connsiteY0" fmla="*/ 534641 h 1818043"/>
              <a:gd name="connsiteX1" fmla="*/ 117407 w 1796623"/>
              <a:gd name="connsiteY1" fmla="*/ 940200 h 1818043"/>
              <a:gd name="connsiteX2" fmla="*/ 136864 w 1796623"/>
              <a:gd name="connsiteY2" fmla="*/ 1728260 h 1818043"/>
              <a:gd name="connsiteX3" fmla="*/ 1695146 w 1796623"/>
              <a:gd name="connsiteY3" fmla="*/ 1747798 h 1818043"/>
              <a:gd name="connsiteX4" fmla="*/ 1638158 w 1796623"/>
              <a:gd name="connsiteY4" fmla="*/ 1257671 h 1818043"/>
              <a:gd name="connsiteX5" fmla="*/ 1585917 w 1796623"/>
              <a:gd name="connsiteY5" fmla="*/ 672856 h 1818043"/>
              <a:gd name="connsiteX6" fmla="*/ 1454331 w 1796623"/>
              <a:gd name="connsiteY6" fmla="*/ 154877 h 1818043"/>
              <a:gd name="connsiteX7" fmla="*/ 956491 w 1796623"/>
              <a:gd name="connsiteY7" fmla="*/ 21205 h 1818043"/>
              <a:gd name="connsiteX8" fmla="*/ 477759 w 1796623"/>
              <a:gd name="connsiteY8" fmla="*/ 534641 h 1818043"/>
              <a:gd name="connsiteX0" fmla="*/ 396783 w 1688820"/>
              <a:gd name="connsiteY0" fmla="*/ 534641 h 1815615"/>
              <a:gd name="connsiteX1" fmla="*/ 36431 w 1688820"/>
              <a:gd name="connsiteY1" fmla="*/ 940200 h 1815615"/>
              <a:gd name="connsiteX2" fmla="*/ 55888 w 1688820"/>
              <a:gd name="connsiteY2" fmla="*/ 1728260 h 1815615"/>
              <a:gd name="connsiteX3" fmla="*/ 421834 w 1688820"/>
              <a:gd name="connsiteY3" fmla="*/ 1798118 h 1815615"/>
              <a:gd name="connsiteX4" fmla="*/ 1614170 w 1688820"/>
              <a:gd name="connsiteY4" fmla="*/ 1747798 h 1815615"/>
              <a:gd name="connsiteX5" fmla="*/ 1557182 w 1688820"/>
              <a:gd name="connsiteY5" fmla="*/ 1257671 h 1815615"/>
              <a:gd name="connsiteX6" fmla="*/ 1504941 w 1688820"/>
              <a:gd name="connsiteY6" fmla="*/ 672856 h 1815615"/>
              <a:gd name="connsiteX7" fmla="*/ 1373355 w 1688820"/>
              <a:gd name="connsiteY7" fmla="*/ 154877 h 1815615"/>
              <a:gd name="connsiteX8" fmla="*/ 875515 w 1688820"/>
              <a:gd name="connsiteY8" fmla="*/ 21205 h 1815615"/>
              <a:gd name="connsiteX9" fmla="*/ 396783 w 1688820"/>
              <a:gd name="connsiteY9" fmla="*/ 534641 h 1815615"/>
              <a:gd name="connsiteX0" fmla="*/ 394951 w 1689541"/>
              <a:gd name="connsiteY0" fmla="*/ 534641 h 1877271"/>
              <a:gd name="connsiteX1" fmla="*/ 34599 w 1689541"/>
              <a:gd name="connsiteY1" fmla="*/ 940200 h 1877271"/>
              <a:gd name="connsiteX2" fmla="*/ 54056 w 1689541"/>
              <a:gd name="connsiteY2" fmla="*/ 1728260 h 1877271"/>
              <a:gd name="connsiteX3" fmla="*/ 385071 w 1689541"/>
              <a:gd name="connsiteY3" fmla="*/ 1877032 h 1877271"/>
              <a:gd name="connsiteX4" fmla="*/ 1612338 w 1689541"/>
              <a:gd name="connsiteY4" fmla="*/ 1747798 h 1877271"/>
              <a:gd name="connsiteX5" fmla="*/ 1555350 w 1689541"/>
              <a:gd name="connsiteY5" fmla="*/ 1257671 h 1877271"/>
              <a:gd name="connsiteX6" fmla="*/ 1503109 w 1689541"/>
              <a:gd name="connsiteY6" fmla="*/ 672856 h 1877271"/>
              <a:gd name="connsiteX7" fmla="*/ 1371523 w 1689541"/>
              <a:gd name="connsiteY7" fmla="*/ 154877 h 1877271"/>
              <a:gd name="connsiteX8" fmla="*/ 873683 w 1689541"/>
              <a:gd name="connsiteY8" fmla="*/ 21205 h 1877271"/>
              <a:gd name="connsiteX9" fmla="*/ 394951 w 1689541"/>
              <a:gd name="connsiteY9" fmla="*/ 534641 h 1877271"/>
              <a:gd name="connsiteX0" fmla="*/ 394949 w 1689541"/>
              <a:gd name="connsiteY0" fmla="*/ 534641 h 1877032"/>
              <a:gd name="connsiteX1" fmla="*/ 34597 w 1689541"/>
              <a:gd name="connsiteY1" fmla="*/ 940200 h 1877032"/>
              <a:gd name="connsiteX2" fmla="*/ 54054 w 1689541"/>
              <a:gd name="connsiteY2" fmla="*/ 1728260 h 1877032"/>
              <a:gd name="connsiteX3" fmla="*/ 385069 w 1689541"/>
              <a:gd name="connsiteY3" fmla="*/ 1877032 h 1877032"/>
              <a:gd name="connsiteX4" fmla="*/ 1612336 w 1689541"/>
              <a:gd name="connsiteY4" fmla="*/ 1747798 h 1877032"/>
              <a:gd name="connsiteX5" fmla="*/ 1555348 w 1689541"/>
              <a:gd name="connsiteY5" fmla="*/ 1257671 h 1877032"/>
              <a:gd name="connsiteX6" fmla="*/ 1503107 w 1689541"/>
              <a:gd name="connsiteY6" fmla="*/ 672856 h 1877032"/>
              <a:gd name="connsiteX7" fmla="*/ 1371521 w 1689541"/>
              <a:gd name="connsiteY7" fmla="*/ 154877 h 1877032"/>
              <a:gd name="connsiteX8" fmla="*/ 873681 w 1689541"/>
              <a:gd name="connsiteY8" fmla="*/ 21205 h 1877032"/>
              <a:gd name="connsiteX9" fmla="*/ 394949 w 1689541"/>
              <a:gd name="connsiteY9" fmla="*/ 534641 h 1877032"/>
              <a:gd name="connsiteX0" fmla="*/ 394949 w 1683795"/>
              <a:gd name="connsiteY0" fmla="*/ 534641 h 1877032"/>
              <a:gd name="connsiteX1" fmla="*/ 34597 w 1683795"/>
              <a:gd name="connsiteY1" fmla="*/ 940200 h 1877032"/>
              <a:gd name="connsiteX2" fmla="*/ 54054 w 1683795"/>
              <a:gd name="connsiteY2" fmla="*/ 1728260 h 1877032"/>
              <a:gd name="connsiteX3" fmla="*/ 385069 w 1683795"/>
              <a:gd name="connsiteY3" fmla="*/ 1877032 h 1877032"/>
              <a:gd name="connsiteX4" fmla="*/ 1605349 w 1683795"/>
              <a:gd name="connsiteY4" fmla="*/ 1798860 h 1877032"/>
              <a:gd name="connsiteX5" fmla="*/ 1555348 w 1683795"/>
              <a:gd name="connsiteY5" fmla="*/ 1257671 h 1877032"/>
              <a:gd name="connsiteX6" fmla="*/ 1503107 w 1683795"/>
              <a:gd name="connsiteY6" fmla="*/ 672856 h 1877032"/>
              <a:gd name="connsiteX7" fmla="*/ 1371521 w 1683795"/>
              <a:gd name="connsiteY7" fmla="*/ 154877 h 1877032"/>
              <a:gd name="connsiteX8" fmla="*/ 873681 w 1683795"/>
              <a:gd name="connsiteY8" fmla="*/ 21205 h 1877032"/>
              <a:gd name="connsiteX9" fmla="*/ 394949 w 1683795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671512"/>
              <a:gd name="connsiteY0" fmla="*/ 534641 h 1877032"/>
              <a:gd name="connsiteX1" fmla="*/ 34597 w 1671512"/>
              <a:gd name="connsiteY1" fmla="*/ 940200 h 1877032"/>
              <a:gd name="connsiteX2" fmla="*/ 54054 w 1671512"/>
              <a:gd name="connsiteY2" fmla="*/ 1728260 h 1877032"/>
              <a:gd name="connsiteX3" fmla="*/ 385069 w 1671512"/>
              <a:gd name="connsiteY3" fmla="*/ 1877032 h 1877032"/>
              <a:gd name="connsiteX4" fmla="*/ 1605349 w 1671512"/>
              <a:gd name="connsiteY4" fmla="*/ 1798860 h 1877032"/>
              <a:gd name="connsiteX5" fmla="*/ 1555348 w 1671512"/>
              <a:gd name="connsiteY5" fmla="*/ 1257671 h 1877032"/>
              <a:gd name="connsiteX6" fmla="*/ 1503107 w 1671512"/>
              <a:gd name="connsiteY6" fmla="*/ 672856 h 1877032"/>
              <a:gd name="connsiteX7" fmla="*/ 1371521 w 1671512"/>
              <a:gd name="connsiteY7" fmla="*/ 154877 h 1877032"/>
              <a:gd name="connsiteX8" fmla="*/ 873681 w 1671512"/>
              <a:gd name="connsiteY8" fmla="*/ 21205 h 1877032"/>
              <a:gd name="connsiteX9" fmla="*/ 394949 w 1671512"/>
              <a:gd name="connsiteY9" fmla="*/ 534641 h 1877032"/>
              <a:gd name="connsiteX0" fmla="*/ 394949 w 1677296"/>
              <a:gd name="connsiteY0" fmla="*/ 534641 h 1877032"/>
              <a:gd name="connsiteX1" fmla="*/ 34597 w 1677296"/>
              <a:gd name="connsiteY1" fmla="*/ 940200 h 1877032"/>
              <a:gd name="connsiteX2" fmla="*/ 54054 w 1677296"/>
              <a:gd name="connsiteY2" fmla="*/ 1728260 h 1877032"/>
              <a:gd name="connsiteX3" fmla="*/ 385069 w 1677296"/>
              <a:gd name="connsiteY3" fmla="*/ 1877032 h 1877032"/>
              <a:gd name="connsiteX4" fmla="*/ 1612334 w 1677296"/>
              <a:gd name="connsiteY4" fmla="*/ 1840637 h 1877032"/>
              <a:gd name="connsiteX5" fmla="*/ 1555348 w 1677296"/>
              <a:gd name="connsiteY5" fmla="*/ 1257671 h 1877032"/>
              <a:gd name="connsiteX6" fmla="*/ 1503107 w 1677296"/>
              <a:gd name="connsiteY6" fmla="*/ 672856 h 1877032"/>
              <a:gd name="connsiteX7" fmla="*/ 1371521 w 1677296"/>
              <a:gd name="connsiteY7" fmla="*/ 154877 h 1877032"/>
              <a:gd name="connsiteX8" fmla="*/ 873681 w 1677296"/>
              <a:gd name="connsiteY8" fmla="*/ 21205 h 1877032"/>
              <a:gd name="connsiteX9" fmla="*/ 394949 w 1677296"/>
              <a:gd name="connsiteY9" fmla="*/ 534641 h 1877032"/>
              <a:gd name="connsiteX0" fmla="*/ 394949 w 1677298"/>
              <a:gd name="connsiteY0" fmla="*/ 534641 h 1877032"/>
              <a:gd name="connsiteX1" fmla="*/ 34597 w 1677298"/>
              <a:gd name="connsiteY1" fmla="*/ 940200 h 1877032"/>
              <a:gd name="connsiteX2" fmla="*/ 54054 w 1677298"/>
              <a:gd name="connsiteY2" fmla="*/ 1728260 h 1877032"/>
              <a:gd name="connsiteX3" fmla="*/ 385069 w 1677298"/>
              <a:gd name="connsiteY3" fmla="*/ 1877032 h 1877032"/>
              <a:gd name="connsiteX4" fmla="*/ 1612334 w 1677298"/>
              <a:gd name="connsiteY4" fmla="*/ 1840637 h 1877032"/>
              <a:gd name="connsiteX5" fmla="*/ 1555348 w 1677298"/>
              <a:gd name="connsiteY5" fmla="*/ 1257671 h 1877032"/>
              <a:gd name="connsiteX6" fmla="*/ 1503107 w 1677298"/>
              <a:gd name="connsiteY6" fmla="*/ 672856 h 1877032"/>
              <a:gd name="connsiteX7" fmla="*/ 1371521 w 1677298"/>
              <a:gd name="connsiteY7" fmla="*/ 154877 h 1877032"/>
              <a:gd name="connsiteX8" fmla="*/ 873681 w 1677298"/>
              <a:gd name="connsiteY8" fmla="*/ 21205 h 1877032"/>
              <a:gd name="connsiteX9" fmla="*/ 394949 w 1677298"/>
              <a:gd name="connsiteY9" fmla="*/ 534641 h 1877032"/>
              <a:gd name="connsiteX0" fmla="*/ 394949 w 1677296"/>
              <a:gd name="connsiteY0" fmla="*/ 534641 h 1904936"/>
              <a:gd name="connsiteX1" fmla="*/ 34597 w 1677296"/>
              <a:gd name="connsiteY1" fmla="*/ 940200 h 1904936"/>
              <a:gd name="connsiteX2" fmla="*/ 54054 w 1677296"/>
              <a:gd name="connsiteY2" fmla="*/ 1728260 h 1904936"/>
              <a:gd name="connsiteX3" fmla="*/ 385069 w 1677296"/>
              <a:gd name="connsiteY3" fmla="*/ 1877032 h 1904936"/>
              <a:gd name="connsiteX4" fmla="*/ 1612334 w 1677296"/>
              <a:gd name="connsiteY4" fmla="*/ 1840637 h 1904936"/>
              <a:gd name="connsiteX5" fmla="*/ 1555348 w 1677296"/>
              <a:gd name="connsiteY5" fmla="*/ 1257671 h 1904936"/>
              <a:gd name="connsiteX6" fmla="*/ 1503107 w 1677296"/>
              <a:gd name="connsiteY6" fmla="*/ 672856 h 1904936"/>
              <a:gd name="connsiteX7" fmla="*/ 1371521 w 1677296"/>
              <a:gd name="connsiteY7" fmla="*/ 154877 h 1904936"/>
              <a:gd name="connsiteX8" fmla="*/ 873681 w 1677296"/>
              <a:gd name="connsiteY8" fmla="*/ 21205 h 1904936"/>
              <a:gd name="connsiteX9" fmla="*/ 394949 w 1677296"/>
              <a:gd name="connsiteY9" fmla="*/ 534641 h 1904936"/>
              <a:gd name="connsiteX0" fmla="*/ 461539 w 1743887"/>
              <a:gd name="connsiteY0" fmla="*/ 534641 h 1904936"/>
              <a:gd name="connsiteX1" fmla="*/ 101187 w 1743887"/>
              <a:gd name="connsiteY1" fmla="*/ 940200 h 1904936"/>
              <a:gd name="connsiteX2" fmla="*/ 22840 w 1743887"/>
              <a:gd name="connsiteY2" fmla="*/ 1737812 h 1904936"/>
              <a:gd name="connsiteX3" fmla="*/ 451659 w 1743887"/>
              <a:gd name="connsiteY3" fmla="*/ 1877032 h 1904936"/>
              <a:gd name="connsiteX4" fmla="*/ 1678924 w 1743887"/>
              <a:gd name="connsiteY4" fmla="*/ 1840637 h 1904936"/>
              <a:gd name="connsiteX5" fmla="*/ 1621938 w 1743887"/>
              <a:gd name="connsiteY5" fmla="*/ 1257671 h 1904936"/>
              <a:gd name="connsiteX6" fmla="*/ 1569697 w 1743887"/>
              <a:gd name="connsiteY6" fmla="*/ 672856 h 1904936"/>
              <a:gd name="connsiteX7" fmla="*/ 1438111 w 1743887"/>
              <a:gd name="connsiteY7" fmla="*/ 154877 h 1904936"/>
              <a:gd name="connsiteX8" fmla="*/ 940271 w 1743887"/>
              <a:gd name="connsiteY8" fmla="*/ 21205 h 1904936"/>
              <a:gd name="connsiteX9" fmla="*/ 461539 w 1743887"/>
              <a:gd name="connsiteY9" fmla="*/ 534641 h 1904936"/>
              <a:gd name="connsiteX0" fmla="*/ 452050 w 1756359"/>
              <a:gd name="connsiteY0" fmla="*/ 534641 h 1891359"/>
              <a:gd name="connsiteX1" fmla="*/ 91698 w 1756359"/>
              <a:gd name="connsiteY1" fmla="*/ 940200 h 1891359"/>
              <a:gd name="connsiteX2" fmla="*/ 13351 w 1756359"/>
              <a:gd name="connsiteY2" fmla="*/ 1737812 h 1891359"/>
              <a:gd name="connsiteX3" fmla="*/ 309435 w 1756359"/>
              <a:gd name="connsiteY3" fmla="*/ 1891359 h 1891359"/>
              <a:gd name="connsiteX4" fmla="*/ 1669435 w 1756359"/>
              <a:gd name="connsiteY4" fmla="*/ 1840637 h 1891359"/>
              <a:gd name="connsiteX5" fmla="*/ 1612449 w 1756359"/>
              <a:gd name="connsiteY5" fmla="*/ 1257671 h 1891359"/>
              <a:gd name="connsiteX6" fmla="*/ 1560208 w 1756359"/>
              <a:gd name="connsiteY6" fmla="*/ 672856 h 1891359"/>
              <a:gd name="connsiteX7" fmla="*/ 1428622 w 1756359"/>
              <a:gd name="connsiteY7" fmla="*/ 154877 h 1891359"/>
              <a:gd name="connsiteX8" fmla="*/ 930782 w 1756359"/>
              <a:gd name="connsiteY8" fmla="*/ 21205 h 1891359"/>
              <a:gd name="connsiteX9" fmla="*/ 452050 w 1756359"/>
              <a:gd name="connsiteY9" fmla="*/ 534641 h 1891359"/>
              <a:gd name="connsiteX0" fmla="*/ 452050 w 1756257"/>
              <a:gd name="connsiteY0" fmla="*/ 534641 h 1891359"/>
              <a:gd name="connsiteX1" fmla="*/ 91698 w 1756257"/>
              <a:gd name="connsiteY1" fmla="*/ 940200 h 1891359"/>
              <a:gd name="connsiteX2" fmla="*/ 13351 w 1756257"/>
              <a:gd name="connsiteY2" fmla="*/ 1737812 h 1891359"/>
              <a:gd name="connsiteX3" fmla="*/ 309435 w 1756257"/>
              <a:gd name="connsiteY3" fmla="*/ 1891359 h 1891359"/>
              <a:gd name="connsiteX4" fmla="*/ 1669435 w 1756257"/>
              <a:gd name="connsiteY4" fmla="*/ 1840637 h 1891359"/>
              <a:gd name="connsiteX5" fmla="*/ 1612449 w 1756257"/>
              <a:gd name="connsiteY5" fmla="*/ 1257671 h 1891359"/>
              <a:gd name="connsiteX6" fmla="*/ 1563496 w 1756257"/>
              <a:gd name="connsiteY6" fmla="*/ 959631 h 1891359"/>
              <a:gd name="connsiteX7" fmla="*/ 1560208 w 1756257"/>
              <a:gd name="connsiteY7" fmla="*/ 672856 h 1891359"/>
              <a:gd name="connsiteX8" fmla="*/ 1428622 w 1756257"/>
              <a:gd name="connsiteY8" fmla="*/ 154877 h 1891359"/>
              <a:gd name="connsiteX9" fmla="*/ 930782 w 1756257"/>
              <a:gd name="connsiteY9" fmla="*/ 21205 h 1891359"/>
              <a:gd name="connsiteX10" fmla="*/ 452050 w 1756257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64592"/>
              <a:gd name="connsiteY0" fmla="*/ 534641 h 1891359"/>
              <a:gd name="connsiteX1" fmla="*/ 91698 w 1764592"/>
              <a:gd name="connsiteY1" fmla="*/ 940200 h 1891359"/>
              <a:gd name="connsiteX2" fmla="*/ 13351 w 1764592"/>
              <a:gd name="connsiteY2" fmla="*/ 1737812 h 1891359"/>
              <a:gd name="connsiteX3" fmla="*/ 309435 w 1764592"/>
              <a:gd name="connsiteY3" fmla="*/ 1891359 h 1891359"/>
              <a:gd name="connsiteX4" fmla="*/ 1669435 w 1764592"/>
              <a:gd name="connsiteY4" fmla="*/ 1840637 h 1891359"/>
              <a:gd name="connsiteX5" fmla="*/ 1612449 w 1764592"/>
              <a:gd name="connsiteY5" fmla="*/ 1257671 h 1891359"/>
              <a:gd name="connsiteX6" fmla="*/ 1309780 w 1764592"/>
              <a:gd name="connsiteY6" fmla="*/ 1046341 h 1891359"/>
              <a:gd name="connsiteX7" fmla="*/ 1560208 w 1764592"/>
              <a:gd name="connsiteY7" fmla="*/ 672856 h 1891359"/>
              <a:gd name="connsiteX8" fmla="*/ 1428622 w 1764592"/>
              <a:gd name="connsiteY8" fmla="*/ 154877 h 1891359"/>
              <a:gd name="connsiteX9" fmla="*/ 930782 w 1764592"/>
              <a:gd name="connsiteY9" fmla="*/ 21205 h 1891359"/>
              <a:gd name="connsiteX10" fmla="*/ 452050 w 1764592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92731"/>
              <a:gd name="connsiteY0" fmla="*/ 534641 h 1891359"/>
              <a:gd name="connsiteX1" fmla="*/ 91698 w 1792731"/>
              <a:gd name="connsiteY1" fmla="*/ 940200 h 1891359"/>
              <a:gd name="connsiteX2" fmla="*/ 13351 w 1792731"/>
              <a:gd name="connsiteY2" fmla="*/ 1737812 h 1891359"/>
              <a:gd name="connsiteX3" fmla="*/ 309435 w 1792731"/>
              <a:gd name="connsiteY3" fmla="*/ 1891359 h 1891359"/>
              <a:gd name="connsiteX4" fmla="*/ 1669435 w 1792731"/>
              <a:gd name="connsiteY4" fmla="*/ 1840637 h 1891359"/>
              <a:gd name="connsiteX5" fmla="*/ 1688563 w 1792731"/>
              <a:gd name="connsiteY5" fmla="*/ 1292355 h 1891359"/>
              <a:gd name="connsiteX6" fmla="*/ 1309780 w 1792731"/>
              <a:gd name="connsiteY6" fmla="*/ 1046341 h 1891359"/>
              <a:gd name="connsiteX7" fmla="*/ 1560208 w 1792731"/>
              <a:gd name="connsiteY7" fmla="*/ 672856 h 1891359"/>
              <a:gd name="connsiteX8" fmla="*/ 1428622 w 1792731"/>
              <a:gd name="connsiteY8" fmla="*/ 154877 h 1891359"/>
              <a:gd name="connsiteX9" fmla="*/ 930782 w 1792731"/>
              <a:gd name="connsiteY9" fmla="*/ 21205 h 1891359"/>
              <a:gd name="connsiteX10" fmla="*/ 452050 w 1792731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560208 w 1814809"/>
              <a:gd name="connsiteY7" fmla="*/ 672856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619996 w 1814809"/>
              <a:gd name="connsiteY7" fmla="*/ 526399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42872 h 1899590"/>
              <a:gd name="connsiteX1" fmla="*/ 91698 w 1814809"/>
              <a:gd name="connsiteY1" fmla="*/ 948431 h 1899590"/>
              <a:gd name="connsiteX2" fmla="*/ 13351 w 1814809"/>
              <a:gd name="connsiteY2" fmla="*/ 1746043 h 1899590"/>
              <a:gd name="connsiteX3" fmla="*/ 309435 w 1814809"/>
              <a:gd name="connsiteY3" fmla="*/ 1899590 h 1899590"/>
              <a:gd name="connsiteX4" fmla="*/ 1669435 w 1814809"/>
              <a:gd name="connsiteY4" fmla="*/ 1848868 h 1899590"/>
              <a:gd name="connsiteX5" fmla="*/ 1688563 w 1814809"/>
              <a:gd name="connsiteY5" fmla="*/ 1300586 h 1899590"/>
              <a:gd name="connsiteX6" fmla="*/ 1309780 w 1814809"/>
              <a:gd name="connsiteY6" fmla="*/ 1054572 h 1899590"/>
              <a:gd name="connsiteX7" fmla="*/ 1619996 w 1814809"/>
              <a:gd name="connsiteY7" fmla="*/ 534630 h 1899590"/>
              <a:gd name="connsiteX8" fmla="*/ 1488411 w 1814809"/>
              <a:gd name="connsiteY8" fmla="*/ 129049 h 1899590"/>
              <a:gd name="connsiteX9" fmla="*/ 930782 w 1814809"/>
              <a:gd name="connsiteY9" fmla="*/ 29436 h 1899590"/>
              <a:gd name="connsiteX10" fmla="*/ 452050 w 1814809"/>
              <a:gd name="connsiteY10" fmla="*/ 542872 h 1899590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288567 w 1811701"/>
              <a:gd name="connsiteY0" fmla="*/ 555674 h 1898251"/>
              <a:gd name="connsiteX1" fmla="*/ 88590 w 1811701"/>
              <a:gd name="connsiteY1" fmla="*/ 947092 h 1898251"/>
              <a:gd name="connsiteX2" fmla="*/ 10243 w 1811701"/>
              <a:gd name="connsiteY2" fmla="*/ 1744704 h 1898251"/>
              <a:gd name="connsiteX3" fmla="*/ 306327 w 1811701"/>
              <a:gd name="connsiteY3" fmla="*/ 1898251 h 1898251"/>
              <a:gd name="connsiteX4" fmla="*/ 1666327 w 1811701"/>
              <a:gd name="connsiteY4" fmla="*/ 1847529 h 1898251"/>
              <a:gd name="connsiteX5" fmla="*/ 1685455 w 1811701"/>
              <a:gd name="connsiteY5" fmla="*/ 1299247 h 1898251"/>
              <a:gd name="connsiteX6" fmla="*/ 1306672 w 1811701"/>
              <a:gd name="connsiteY6" fmla="*/ 1053233 h 1898251"/>
              <a:gd name="connsiteX7" fmla="*/ 1616888 w 1811701"/>
              <a:gd name="connsiteY7" fmla="*/ 533291 h 1898251"/>
              <a:gd name="connsiteX8" fmla="*/ 1485303 w 1811701"/>
              <a:gd name="connsiteY8" fmla="*/ 127710 h 1898251"/>
              <a:gd name="connsiteX9" fmla="*/ 927674 w 1811701"/>
              <a:gd name="connsiteY9" fmla="*/ 28097 h 1898251"/>
              <a:gd name="connsiteX10" fmla="*/ 288567 w 1811701"/>
              <a:gd name="connsiteY10" fmla="*/ 555674 h 1898251"/>
              <a:gd name="connsiteX0" fmla="*/ 288567 w 1811701"/>
              <a:gd name="connsiteY0" fmla="*/ 479828 h 1822405"/>
              <a:gd name="connsiteX1" fmla="*/ 88590 w 1811701"/>
              <a:gd name="connsiteY1" fmla="*/ 871246 h 1822405"/>
              <a:gd name="connsiteX2" fmla="*/ 10243 w 1811701"/>
              <a:gd name="connsiteY2" fmla="*/ 1668858 h 1822405"/>
              <a:gd name="connsiteX3" fmla="*/ 306327 w 1811701"/>
              <a:gd name="connsiteY3" fmla="*/ 1822405 h 1822405"/>
              <a:gd name="connsiteX4" fmla="*/ 1666327 w 1811701"/>
              <a:gd name="connsiteY4" fmla="*/ 1771683 h 1822405"/>
              <a:gd name="connsiteX5" fmla="*/ 1685455 w 1811701"/>
              <a:gd name="connsiteY5" fmla="*/ 1223401 h 1822405"/>
              <a:gd name="connsiteX6" fmla="*/ 1306672 w 1811701"/>
              <a:gd name="connsiteY6" fmla="*/ 977387 h 1822405"/>
              <a:gd name="connsiteX7" fmla="*/ 1616888 w 1811701"/>
              <a:gd name="connsiteY7" fmla="*/ 457445 h 1822405"/>
              <a:gd name="connsiteX8" fmla="*/ 1485303 w 1811701"/>
              <a:gd name="connsiteY8" fmla="*/ 51864 h 1822405"/>
              <a:gd name="connsiteX9" fmla="*/ 895599 w 1811701"/>
              <a:gd name="connsiteY9" fmla="*/ 79530 h 1822405"/>
              <a:gd name="connsiteX10" fmla="*/ 288567 w 1811701"/>
              <a:gd name="connsiteY10" fmla="*/ 479828 h 182240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616888 w 1811701"/>
              <a:gd name="connsiteY7" fmla="*/ 396875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584814 w 1811701"/>
              <a:gd name="connsiteY7" fmla="*/ 510012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770444"/>
              <a:gd name="connsiteY0" fmla="*/ 419258 h 1761835"/>
              <a:gd name="connsiteX1" fmla="*/ 88590 w 1770444"/>
              <a:gd name="connsiteY1" fmla="*/ 810676 h 1761835"/>
              <a:gd name="connsiteX2" fmla="*/ 10243 w 1770444"/>
              <a:gd name="connsiteY2" fmla="*/ 1608288 h 1761835"/>
              <a:gd name="connsiteX3" fmla="*/ 306327 w 1770444"/>
              <a:gd name="connsiteY3" fmla="*/ 1761835 h 1761835"/>
              <a:gd name="connsiteX4" fmla="*/ 1666327 w 1770444"/>
              <a:gd name="connsiteY4" fmla="*/ 1711113 h 1761835"/>
              <a:gd name="connsiteX5" fmla="*/ 1589229 w 1770444"/>
              <a:gd name="connsiteY5" fmla="*/ 1176973 h 1761835"/>
              <a:gd name="connsiteX6" fmla="*/ 1306672 w 1770444"/>
              <a:gd name="connsiteY6" fmla="*/ 916817 h 1761835"/>
              <a:gd name="connsiteX7" fmla="*/ 1584814 w 1770444"/>
              <a:gd name="connsiteY7" fmla="*/ 510012 h 1761835"/>
              <a:gd name="connsiteX8" fmla="*/ 1373040 w 1770444"/>
              <a:gd name="connsiteY8" fmla="*/ 118574 h 1761835"/>
              <a:gd name="connsiteX9" fmla="*/ 895599 w 1770444"/>
              <a:gd name="connsiteY9" fmla="*/ 18960 h 1761835"/>
              <a:gd name="connsiteX10" fmla="*/ 288567 w 1770444"/>
              <a:gd name="connsiteY10" fmla="*/ 419258 h 1761835"/>
              <a:gd name="connsiteX0" fmla="*/ 288567 w 1592514"/>
              <a:gd name="connsiteY0" fmla="*/ 419258 h 1863058"/>
              <a:gd name="connsiteX1" fmla="*/ 88590 w 1592514"/>
              <a:gd name="connsiteY1" fmla="*/ 810676 h 1863058"/>
              <a:gd name="connsiteX2" fmla="*/ 10243 w 1592514"/>
              <a:gd name="connsiteY2" fmla="*/ 1608288 h 1863058"/>
              <a:gd name="connsiteX3" fmla="*/ 306327 w 1592514"/>
              <a:gd name="connsiteY3" fmla="*/ 1761835 h 1863058"/>
              <a:gd name="connsiteX4" fmla="*/ 1377650 w 1592514"/>
              <a:gd name="connsiteY4" fmla="*/ 1838393 h 1863058"/>
              <a:gd name="connsiteX5" fmla="*/ 1589229 w 1592514"/>
              <a:gd name="connsiteY5" fmla="*/ 1176973 h 1863058"/>
              <a:gd name="connsiteX6" fmla="*/ 1306672 w 1592514"/>
              <a:gd name="connsiteY6" fmla="*/ 916817 h 1863058"/>
              <a:gd name="connsiteX7" fmla="*/ 1584814 w 1592514"/>
              <a:gd name="connsiteY7" fmla="*/ 510012 h 1863058"/>
              <a:gd name="connsiteX8" fmla="*/ 1373040 w 1592514"/>
              <a:gd name="connsiteY8" fmla="*/ 118574 h 1863058"/>
              <a:gd name="connsiteX9" fmla="*/ 895599 w 1592514"/>
              <a:gd name="connsiteY9" fmla="*/ 18960 h 1863058"/>
              <a:gd name="connsiteX10" fmla="*/ 288567 w 1592514"/>
              <a:gd name="connsiteY10" fmla="*/ 419258 h 1863058"/>
              <a:gd name="connsiteX0" fmla="*/ 421322 w 1594935"/>
              <a:gd name="connsiteY0" fmla="*/ 616342 h 1876292"/>
              <a:gd name="connsiteX1" fmla="*/ 91011 w 1594935"/>
              <a:gd name="connsiteY1" fmla="*/ 823910 h 1876292"/>
              <a:gd name="connsiteX2" fmla="*/ 12664 w 1594935"/>
              <a:gd name="connsiteY2" fmla="*/ 1621522 h 1876292"/>
              <a:gd name="connsiteX3" fmla="*/ 308748 w 1594935"/>
              <a:gd name="connsiteY3" fmla="*/ 1775069 h 1876292"/>
              <a:gd name="connsiteX4" fmla="*/ 1380071 w 1594935"/>
              <a:gd name="connsiteY4" fmla="*/ 1851627 h 1876292"/>
              <a:gd name="connsiteX5" fmla="*/ 1591650 w 1594935"/>
              <a:gd name="connsiteY5" fmla="*/ 1190207 h 1876292"/>
              <a:gd name="connsiteX6" fmla="*/ 1309093 w 1594935"/>
              <a:gd name="connsiteY6" fmla="*/ 930051 h 1876292"/>
              <a:gd name="connsiteX7" fmla="*/ 1587235 w 1594935"/>
              <a:gd name="connsiteY7" fmla="*/ 523246 h 1876292"/>
              <a:gd name="connsiteX8" fmla="*/ 1375461 w 1594935"/>
              <a:gd name="connsiteY8" fmla="*/ 131808 h 1876292"/>
              <a:gd name="connsiteX9" fmla="*/ 898020 w 1594935"/>
              <a:gd name="connsiteY9" fmla="*/ 32194 h 1876292"/>
              <a:gd name="connsiteX10" fmla="*/ 421322 w 1594935"/>
              <a:gd name="connsiteY10" fmla="*/ 616342 h 1876292"/>
              <a:gd name="connsiteX0" fmla="*/ 413257 w 1586870"/>
              <a:gd name="connsiteY0" fmla="*/ 616342 h 1876292"/>
              <a:gd name="connsiteX1" fmla="*/ 140873 w 1586870"/>
              <a:gd name="connsiteY1" fmla="*/ 993617 h 1876292"/>
              <a:gd name="connsiteX2" fmla="*/ 4599 w 1586870"/>
              <a:gd name="connsiteY2" fmla="*/ 1621522 h 1876292"/>
              <a:gd name="connsiteX3" fmla="*/ 300683 w 1586870"/>
              <a:gd name="connsiteY3" fmla="*/ 1775069 h 1876292"/>
              <a:gd name="connsiteX4" fmla="*/ 1372006 w 1586870"/>
              <a:gd name="connsiteY4" fmla="*/ 1851627 h 1876292"/>
              <a:gd name="connsiteX5" fmla="*/ 1583585 w 1586870"/>
              <a:gd name="connsiteY5" fmla="*/ 1190207 h 1876292"/>
              <a:gd name="connsiteX6" fmla="*/ 1301028 w 1586870"/>
              <a:gd name="connsiteY6" fmla="*/ 930051 h 1876292"/>
              <a:gd name="connsiteX7" fmla="*/ 1579170 w 1586870"/>
              <a:gd name="connsiteY7" fmla="*/ 523246 h 1876292"/>
              <a:gd name="connsiteX8" fmla="*/ 1367396 w 1586870"/>
              <a:gd name="connsiteY8" fmla="*/ 131808 h 1876292"/>
              <a:gd name="connsiteX9" fmla="*/ 889955 w 1586870"/>
              <a:gd name="connsiteY9" fmla="*/ 32194 h 1876292"/>
              <a:gd name="connsiteX10" fmla="*/ 413257 w 1586870"/>
              <a:gd name="connsiteY10" fmla="*/ 616342 h 1876292"/>
              <a:gd name="connsiteX0" fmla="*/ 284962 w 1458575"/>
              <a:gd name="connsiteY0" fmla="*/ 616342 h 1908017"/>
              <a:gd name="connsiteX1" fmla="*/ 12578 w 1458575"/>
              <a:gd name="connsiteY1" fmla="*/ 993617 h 1908017"/>
              <a:gd name="connsiteX2" fmla="*/ 172388 w 1458575"/>
              <a:gd name="connsiteY2" fmla="*/ 1775069 h 1908017"/>
              <a:gd name="connsiteX3" fmla="*/ 1243711 w 1458575"/>
              <a:gd name="connsiteY3" fmla="*/ 1851627 h 1908017"/>
              <a:gd name="connsiteX4" fmla="*/ 1455290 w 1458575"/>
              <a:gd name="connsiteY4" fmla="*/ 1190207 h 1908017"/>
              <a:gd name="connsiteX5" fmla="*/ 1172733 w 1458575"/>
              <a:gd name="connsiteY5" fmla="*/ 930051 h 1908017"/>
              <a:gd name="connsiteX6" fmla="*/ 1450875 w 1458575"/>
              <a:gd name="connsiteY6" fmla="*/ 523246 h 1908017"/>
              <a:gd name="connsiteX7" fmla="*/ 1239101 w 1458575"/>
              <a:gd name="connsiteY7" fmla="*/ 131808 h 1908017"/>
              <a:gd name="connsiteX8" fmla="*/ 761660 w 1458575"/>
              <a:gd name="connsiteY8" fmla="*/ 32194 h 1908017"/>
              <a:gd name="connsiteX9" fmla="*/ 284962 w 1458575"/>
              <a:gd name="connsiteY9" fmla="*/ 616342 h 1908017"/>
              <a:gd name="connsiteX0" fmla="*/ 343858 w 1519131"/>
              <a:gd name="connsiteY0" fmla="*/ 616342 h 1885036"/>
              <a:gd name="connsiteX1" fmla="*/ 71474 w 1519131"/>
              <a:gd name="connsiteY1" fmla="*/ 993617 h 1885036"/>
              <a:gd name="connsiteX2" fmla="*/ 115432 w 1519131"/>
              <a:gd name="connsiteY2" fmla="*/ 1704358 h 1885036"/>
              <a:gd name="connsiteX3" fmla="*/ 1302607 w 1519131"/>
              <a:gd name="connsiteY3" fmla="*/ 1851627 h 1885036"/>
              <a:gd name="connsiteX4" fmla="*/ 1514186 w 1519131"/>
              <a:gd name="connsiteY4" fmla="*/ 1190207 h 1885036"/>
              <a:gd name="connsiteX5" fmla="*/ 1231629 w 1519131"/>
              <a:gd name="connsiteY5" fmla="*/ 930051 h 1885036"/>
              <a:gd name="connsiteX6" fmla="*/ 1509771 w 1519131"/>
              <a:gd name="connsiteY6" fmla="*/ 523246 h 1885036"/>
              <a:gd name="connsiteX7" fmla="*/ 1297997 w 1519131"/>
              <a:gd name="connsiteY7" fmla="*/ 131808 h 1885036"/>
              <a:gd name="connsiteX8" fmla="*/ 820556 w 1519131"/>
              <a:gd name="connsiteY8" fmla="*/ 32194 h 1885036"/>
              <a:gd name="connsiteX9" fmla="*/ 343858 w 1519131"/>
              <a:gd name="connsiteY9" fmla="*/ 616342 h 1885036"/>
              <a:gd name="connsiteX0" fmla="*/ 343858 w 1549812"/>
              <a:gd name="connsiteY0" fmla="*/ 616342 h 1800235"/>
              <a:gd name="connsiteX1" fmla="*/ 71474 w 1549812"/>
              <a:gd name="connsiteY1" fmla="*/ 993617 h 1800235"/>
              <a:gd name="connsiteX2" fmla="*/ 115432 w 1549812"/>
              <a:gd name="connsiteY2" fmla="*/ 1704358 h 1800235"/>
              <a:gd name="connsiteX3" fmla="*/ 1389496 w 1549812"/>
              <a:gd name="connsiteY3" fmla="*/ 1724347 h 1800235"/>
              <a:gd name="connsiteX4" fmla="*/ 1514186 w 1549812"/>
              <a:gd name="connsiteY4" fmla="*/ 1190207 h 1800235"/>
              <a:gd name="connsiteX5" fmla="*/ 1231629 w 1549812"/>
              <a:gd name="connsiteY5" fmla="*/ 930051 h 1800235"/>
              <a:gd name="connsiteX6" fmla="*/ 1509771 w 1549812"/>
              <a:gd name="connsiteY6" fmla="*/ 523246 h 1800235"/>
              <a:gd name="connsiteX7" fmla="*/ 1297997 w 1549812"/>
              <a:gd name="connsiteY7" fmla="*/ 131808 h 1800235"/>
              <a:gd name="connsiteX8" fmla="*/ 820556 w 1549812"/>
              <a:gd name="connsiteY8" fmla="*/ 32194 h 1800235"/>
              <a:gd name="connsiteX9" fmla="*/ 343858 w 1549812"/>
              <a:gd name="connsiteY9" fmla="*/ 616342 h 1800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49812" h="1800235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 417">
            <a:extLst>
              <a:ext uri="{FF2B5EF4-FFF2-40B4-BE49-F238E27FC236}">
                <a16:creationId xmlns:a16="http://schemas.microsoft.com/office/drawing/2014/main" id="{A6AD087C-04A1-094B-B5E0-C38BD623364D}"/>
              </a:ext>
            </a:extLst>
          </p:cNvPr>
          <p:cNvSpPr>
            <a:spLocks/>
          </p:cNvSpPr>
          <p:nvPr/>
        </p:nvSpPr>
        <p:spPr bwMode="auto">
          <a:xfrm>
            <a:off x="7347816" y="1339341"/>
            <a:ext cx="1736725" cy="1317704"/>
          </a:xfrm>
          <a:custGeom>
            <a:avLst/>
            <a:gdLst>
              <a:gd name="T0" fmla="*/ 2147483646 w 1036"/>
              <a:gd name="T1" fmla="*/ 2147483646 h 675"/>
              <a:gd name="T2" fmla="*/ 2147483646 w 1036"/>
              <a:gd name="T3" fmla="*/ 2147483646 h 675"/>
              <a:gd name="T4" fmla="*/ 2147483646 w 1036"/>
              <a:gd name="T5" fmla="*/ 2147483646 h 675"/>
              <a:gd name="T6" fmla="*/ 2147483646 w 1036"/>
              <a:gd name="T7" fmla="*/ 2147483646 h 675"/>
              <a:gd name="T8" fmla="*/ 2147483646 w 1036"/>
              <a:gd name="T9" fmla="*/ 2147483646 h 675"/>
              <a:gd name="T10" fmla="*/ 2147483646 w 1036"/>
              <a:gd name="T11" fmla="*/ 2147483646 h 675"/>
              <a:gd name="T12" fmla="*/ 2147483646 w 1036"/>
              <a:gd name="T13" fmla="*/ 2147483646 h 675"/>
              <a:gd name="T14" fmla="*/ 2147483646 w 1036"/>
              <a:gd name="T15" fmla="*/ 2147483646 h 675"/>
              <a:gd name="T16" fmla="*/ 2147483646 w 1036"/>
              <a:gd name="T17" fmla="*/ 2147483646 h 675"/>
              <a:gd name="T18" fmla="*/ 2147483646 w 1036"/>
              <a:gd name="T19" fmla="*/ 2147483646 h 675"/>
              <a:gd name="T20" fmla="*/ 2147483646 w 1036"/>
              <a:gd name="T21" fmla="*/ 2147483646 h 675"/>
              <a:gd name="T22" fmla="*/ 2147483646 w 1036"/>
              <a:gd name="T23" fmla="*/ 2147483646 h 675"/>
              <a:gd name="T24" fmla="*/ 2147483646 w 1036"/>
              <a:gd name="T25" fmla="*/ 2147483646 h 675"/>
              <a:gd name="T26" fmla="*/ 2147483646 w 1036"/>
              <a:gd name="T27" fmla="*/ 2147483646 h 675"/>
              <a:gd name="T28" fmla="*/ 2147483646 w 1036"/>
              <a:gd name="T29" fmla="*/ 2147483646 h 675"/>
              <a:gd name="T30" fmla="*/ 2147483646 w 1036"/>
              <a:gd name="T31" fmla="*/ 2147483646 h 675"/>
              <a:gd name="T32" fmla="*/ 2147483646 w 1036"/>
              <a:gd name="T33" fmla="*/ 2147483646 h 675"/>
              <a:gd name="T34" fmla="*/ 2147483646 w 1036"/>
              <a:gd name="T35" fmla="*/ 2147483646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" name="Group 418">
            <a:extLst>
              <a:ext uri="{FF2B5EF4-FFF2-40B4-BE49-F238E27FC236}">
                <a16:creationId xmlns:a16="http://schemas.microsoft.com/office/drawing/2014/main" id="{DDD85433-A27F-6541-A663-D96D5984F58C}"/>
              </a:ext>
            </a:extLst>
          </p:cNvPr>
          <p:cNvGrpSpPr>
            <a:grpSpLocks/>
          </p:cNvGrpSpPr>
          <p:nvPr/>
        </p:nvGrpSpPr>
        <p:grpSpPr bwMode="auto">
          <a:xfrm>
            <a:off x="7279090" y="2802557"/>
            <a:ext cx="1458912" cy="933450"/>
            <a:chOff x="2889" y="1631"/>
            <a:chExt cx="980" cy="743"/>
          </a:xfrm>
        </p:grpSpPr>
        <p:sp>
          <p:nvSpPr>
            <p:cNvPr id="11" name="Rectangle 419">
              <a:extLst>
                <a:ext uri="{FF2B5EF4-FFF2-40B4-BE49-F238E27FC236}">
                  <a16:creationId xmlns:a16="http://schemas.microsoft.com/office/drawing/2014/main" id="{6BE52684-A899-C64A-B92A-00B359924C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2" name="AutoShape 420">
              <a:extLst>
                <a:ext uri="{FF2B5EF4-FFF2-40B4-BE49-F238E27FC236}">
                  <a16:creationId xmlns:a16="http://schemas.microsoft.com/office/drawing/2014/main" id="{1CC81BD0-1E06-234E-9C84-9CF4B42DEA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CC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3" name="Freeform 427">
            <a:extLst>
              <a:ext uri="{FF2B5EF4-FFF2-40B4-BE49-F238E27FC236}">
                <a16:creationId xmlns:a16="http://schemas.microsoft.com/office/drawing/2014/main" id="{15D75210-CCB3-EF4F-8147-08315952ABD2}"/>
              </a:ext>
            </a:extLst>
          </p:cNvPr>
          <p:cNvSpPr>
            <a:spLocks/>
          </p:cNvSpPr>
          <p:nvPr/>
        </p:nvSpPr>
        <p:spPr bwMode="auto">
          <a:xfrm>
            <a:off x="7786141" y="4196440"/>
            <a:ext cx="3079750" cy="1665288"/>
          </a:xfrm>
          <a:custGeom>
            <a:avLst/>
            <a:gdLst>
              <a:gd name="T0" fmla="*/ 2147483646 w 1940"/>
              <a:gd name="T1" fmla="*/ 2147483646 h 1049"/>
              <a:gd name="T2" fmla="*/ 2147483646 w 1940"/>
              <a:gd name="T3" fmla="*/ 2147483646 h 1049"/>
              <a:gd name="T4" fmla="*/ 2147483646 w 1940"/>
              <a:gd name="T5" fmla="*/ 2147483646 h 1049"/>
              <a:gd name="T6" fmla="*/ 2147483646 w 1940"/>
              <a:gd name="T7" fmla="*/ 2147483646 h 1049"/>
              <a:gd name="T8" fmla="*/ 2147483646 w 1940"/>
              <a:gd name="T9" fmla="*/ 2147483646 h 1049"/>
              <a:gd name="T10" fmla="*/ 2147483646 w 1940"/>
              <a:gd name="T11" fmla="*/ 2147483646 h 1049"/>
              <a:gd name="T12" fmla="*/ 2147483646 w 1940"/>
              <a:gd name="T13" fmla="*/ 2147483646 h 1049"/>
              <a:gd name="T14" fmla="*/ 2147483646 w 1940"/>
              <a:gd name="T15" fmla="*/ 2147483646 h 1049"/>
              <a:gd name="T16" fmla="*/ 2147483646 w 1940"/>
              <a:gd name="T17" fmla="*/ 2147483646 h 1049"/>
              <a:gd name="T18" fmla="*/ 2147483646 w 1940"/>
              <a:gd name="T19" fmla="*/ 2147483646 h 1049"/>
              <a:gd name="T20" fmla="*/ 2147483646 w 1940"/>
              <a:gd name="T21" fmla="*/ 2147483646 h 1049"/>
              <a:gd name="T22" fmla="*/ 2147483646 w 1940"/>
              <a:gd name="T23" fmla="*/ 2147483646 h 1049"/>
              <a:gd name="T24" fmla="*/ 2147483646 w 1940"/>
              <a:gd name="T25" fmla="*/ 2147483646 h 1049"/>
              <a:gd name="T26" fmla="*/ 2147483646 w 1940"/>
              <a:gd name="T27" fmla="*/ 2147483646 h 1049"/>
              <a:gd name="T28" fmla="*/ 2147483646 w 1940"/>
              <a:gd name="T29" fmla="*/ 2147483646 h 1049"/>
              <a:gd name="T30" fmla="*/ 2147483646 w 1940"/>
              <a:gd name="T31" fmla="*/ 2147483646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40"/>
              <a:gd name="T49" fmla="*/ 0 h 1049"/>
              <a:gd name="T50" fmla="*/ 1940 w 1940"/>
              <a:gd name="T51" fmla="*/ 1049 h 104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40" h="1049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Box 580">
            <a:extLst>
              <a:ext uri="{FF2B5EF4-FFF2-40B4-BE49-F238E27FC236}">
                <a16:creationId xmlns:a16="http://schemas.microsoft.com/office/drawing/2014/main" id="{F5DA193A-3F5E-E747-8642-93E8D466E6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3014" y="1001767"/>
            <a:ext cx="133940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mobile network</a:t>
            </a:r>
          </a:p>
        </p:txBody>
      </p:sp>
      <p:sp>
        <p:nvSpPr>
          <p:cNvPr id="15" name="Text Box 580">
            <a:extLst>
              <a:ext uri="{FF2B5EF4-FFF2-40B4-BE49-F238E27FC236}">
                <a16:creationId xmlns:a16="http://schemas.microsoft.com/office/drawing/2014/main" id="{5FA06B40-094D-D341-900D-62322B1FAE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0648" y="5293081"/>
            <a:ext cx="1195135" cy="44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enterprise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          network</a:t>
            </a: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CB90BDB-7914-2841-868F-B1C171AE02D0}"/>
              </a:ext>
            </a:extLst>
          </p:cNvPr>
          <p:cNvSpPr/>
          <p:nvPr/>
        </p:nvSpPr>
        <p:spPr>
          <a:xfrm>
            <a:off x="10295886" y="2692846"/>
            <a:ext cx="1273167" cy="1935748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534770"/>
              <a:gd name="connsiteY0" fmla="*/ 553225 h 1800672"/>
              <a:gd name="connsiteX1" fmla="*/ 3 w 1534770"/>
              <a:gd name="connsiteY1" fmla="*/ 958784 h 1800672"/>
              <a:gd name="connsiteX2" fmla="*/ 367657 w 1534770"/>
              <a:gd name="connsiteY2" fmla="*/ 1526890 h 1800672"/>
              <a:gd name="connsiteX3" fmla="*/ 1186523 w 1534770"/>
              <a:gd name="connsiteY3" fmla="*/ 1794234 h 1800672"/>
              <a:gd name="connsiteX4" fmla="*/ 1520754 w 1534770"/>
              <a:gd name="connsiteY4" fmla="*/ 1276255 h 1800672"/>
              <a:gd name="connsiteX5" fmla="*/ 1468513 w 1534770"/>
              <a:gd name="connsiteY5" fmla="*/ 691440 h 1800672"/>
              <a:gd name="connsiteX6" fmla="*/ 1435794 w 1534770"/>
              <a:gd name="connsiteY6" fmla="*/ 107761 h 1800672"/>
              <a:gd name="connsiteX7" fmla="*/ 839087 w 1534770"/>
              <a:gd name="connsiteY7" fmla="*/ 39789 h 1800672"/>
              <a:gd name="connsiteX8" fmla="*/ 360355 w 1534770"/>
              <a:gd name="connsiteY8" fmla="*/ 553225 h 1800672"/>
              <a:gd name="connsiteX0" fmla="*/ 360355 w 1580585"/>
              <a:gd name="connsiteY0" fmla="*/ 553225 h 1880420"/>
              <a:gd name="connsiteX1" fmla="*/ 3 w 1580585"/>
              <a:gd name="connsiteY1" fmla="*/ 958784 h 1880420"/>
              <a:gd name="connsiteX2" fmla="*/ 367657 w 1580585"/>
              <a:gd name="connsiteY2" fmla="*/ 1526890 h 1880420"/>
              <a:gd name="connsiteX3" fmla="*/ 1186523 w 1580585"/>
              <a:gd name="connsiteY3" fmla="*/ 1794234 h 1880420"/>
              <a:gd name="connsiteX4" fmla="*/ 1570188 w 1580585"/>
              <a:gd name="connsiteY4" fmla="*/ 1785433 h 1880420"/>
              <a:gd name="connsiteX5" fmla="*/ 1468513 w 1580585"/>
              <a:gd name="connsiteY5" fmla="*/ 691440 h 1880420"/>
              <a:gd name="connsiteX6" fmla="*/ 1435794 w 1580585"/>
              <a:gd name="connsiteY6" fmla="*/ 107761 h 1880420"/>
              <a:gd name="connsiteX7" fmla="*/ 839087 w 1580585"/>
              <a:gd name="connsiteY7" fmla="*/ 39789 h 1880420"/>
              <a:gd name="connsiteX8" fmla="*/ 360355 w 1580585"/>
              <a:gd name="connsiteY8" fmla="*/ 553225 h 1880420"/>
              <a:gd name="connsiteX0" fmla="*/ 316588 w 1580732"/>
              <a:gd name="connsiteY0" fmla="*/ 359285 h 1867156"/>
              <a:gd name="connsiteX1" fmla="*/ 150 w 1580732"/>
              <a:gd name="connsiteY1" fmla="*/ 945520 h 1867156"/>
              <a:gd name="connsiteX2" fmla="*/ 367804 w 1580732"/>
              <a:gd name="connsiteY2" fmla="*/ 1513626 h 1867156"/>
              <a:gd name="connsiteX3" fmla="*/ 1186670 w 1580732"/>
              <a:gd name="connsiteY3" fmla="*/ 1780970 h 1867156"/>
              <a:gd name="connsiteX4" fmla="*/ 1570335 w 1580732"/>
              <a:gd name="connsiteY4" fmla="*/ 1772169 h 1867156"/>
              <a:gd name="connsiteX5" fmla="*/ 1468660 w 1580732"/>
              <a:gd name="connsiteY5" fmla="*/ 678176 h 1867156"/>
              <a:gd name="connsiteX6" fmla="*/ 1435941 w 1580732"/>
              <a:gd name="connsiteY6" fmla="*/ 94497 h 1867156"/>
              <a:gd name="connsiteX7" fmla="*/ 839234 w 1580732"/>
              <a:gd name="connsiteY7" fmla="*/ 26525 h 1867156"/>
              <a:gd name="connsiteX8" fmla="*/ 316588 w 1580732"/>
              <a:gd name="connsiteY8" fmla="*/ 359285 h 1867156"/>
              <a:gd name="connsiteX0" fmla="*/ 163575 w 1427719"/>
              <a:gd name="connsiteY0" fmla="*/ 359285 h 1867156"/>
              <a:gd name="connsiteX1" fmla="*/ 836 w 1427719"/>
              <a:gd name="connsiteY1" fmla="*/ 1076921 h 1867156"/>
              <a:gd name="connsiteX2" fmla="*/ 214791 w 1427719"/>
              <a:gd name="connsiteY2" fmla="*/ 1513626 h 1867156"/>
              <a:gd name="connsiteX3" fmla="*/ 1033657 w 1427719"/>
              <a:gd name="connsiteY3" fmla="*/ 1780970 h 1867156"/>
              <a:gd name="connsiteX4" fmla="*/ 1417322 w 1427719"/>
              <a:gd name="connsiteY4" fmla="*/ 1772169 h 1867156"/>
              <a:gd name="connsiteX5" fmla="*/ 1315647 w 1427719"/>
              <a:gd name="connsiteY5" fmla="*/ 678176 h 1867156"/>
              <a:gd name="connsiteX6" fmla="*/ 1282928 w 1427719"/>
              <a:gd name="connsiteY6" fmla="*/ 94497 h 1867156"/>
              <a:gd name="connsiteX7" fmla="*/ 686221 w 1427719"/>
              <a:gd name="connsiteY7" fmla="*/ 26525 h 1867156"/>
              <a:gd name="connsiteX8" fmla="*/ 163575 w 1427719"/>
              <a:gd name="connsiteY8" fmla="*/ 359285 h 1867156"/>
              <a:gd name="connsiteX0" fmla="*/ 163575 w 1426632"/>
              <a:gd name="connsiteY0" fmla="*/ 394322 h 1902193"/>
              <a:gd name="connsiteX1" fmla="*/ 836 w 1426632"/>
              <a:gd name="connsiteY1" fmla="*/ 1111958 h 1902193"/>
              <a:gd name="connsiteX2" fmla="*/ 214791 w 1426632"/>
              <a:gd name="connsiteY2" fmla="*/ 1548663 h 1902193"/>
              <a:gd name="connsiteX3" fmla="*/ 1033657 w 1426632"/>
              <a:gd name="connsiteY3" fmla="*/ 1816007 h 1902193"/>
              <a:gd name="connsiteX4" fmla="*/ 1417322 w 1426632"/>
              <a:gd name="connsiteY4" fmla="*/ 1807206 h 1902193"/>
              <a:gd name="connsiteX5" fmla="*/ 1315647 w 1426632"/>
              <a:gd name="connsiteY5" fmla="*/ 713213 h 1902193"/>
              <a:gd name="connsiteX6" fmla="*/ 1401843 w 1426632"/>
              <a:gd name="connsiteY6" fmla="*/ 63834 h 1902193"/>
              <a:gd name="connsiteX7" fmla="*/ 686221 w 1426632"/>
              <a:gd name="connsiteY7" fmla="*/ 61562 h 1902193"/>
              <a:gd name="connsiteX8" fmla="*/ 163575 w 1426632"/>
              <a:gd name="connsiteY8" fmla="*/ 394322 h 1902193"/>
              <a:gd name="connsiteX0" fmla="*/ 163575 w 1435249"/>
              <a:gd name="connsiteY0" fmla="*/ 394322 h 1885560"/>
              <a:gd name="connsiteX1" fmla="*/ 836 w 1435249"/>
              <a:gd name="connsiteY1" fmla="*/ 1111958 h 1885560"/>
              <a:gd name="connsiteX2" fmla="*/ 214791 w 1435249"/>
              <a:gd name="connsiteY2" fmla="*/ 1548663 h 1885560"/>
              <a:gd name="connsiteX3" fmla="*/ 1033657 w 1435249"/>
              <a:gd name="connsiteY3" fmla="*/ 1816007 h 1885560"/>
              <a:gd name="connsiteX4" fmla="*/ 1417322 w 1435249"/>
              <a:gd name="connsiteY4" fmla="*/ 1807206 h 1885560"/>
              <a:gd name="connsiteX5" fmla="*/ 1375103 w 1435249"/>
              <a:gd name="connsiteY5" fmla="*/ 943164 h 1885560"/>
              <a:gd name="connsiteX6" fmla="*/ 1401843 w 1435249"/>
              <a:gd name="connsiteY6" fmla="*/ 63834 h 1885560"/>
              <a:gd name="connsiteX7" fmla="*/ 686221 w 1435249"/>
              <a:gd name="connsiteY7" fmla="*/ 61562 h 1885560"/>
              <a:gd name="connsiteX8" fmla="*/ 163575 w 1435249"/>
              <a:gd name="connsiteY8" fmla="*/ 394322 h 1885560"/>
              <a:gd name="connsiteX0" fmla="*/ 128947 w 1438213"/>
              <a:gd name="connsiteY0" fmla="*/ 345176 h 1883146"/>
              <a:gd name="connsiteX1" fmla="*/ 3802 w 1438213"/>
              <a:gd name="connsiteY1" fmla="*/ 1109544 h 1883146"/>
              <a:gd name="connsiteX2" fmla="*/ 217757 w 1438213"/>
              <a:gd name="connsiteY2" fmla="*/ 1546249 h 1883146"/>
              <a:gd name="connsiteX3" fmla="*/ 1036623 w 1438213"/>
              <a:gd name="connsiteY3" fmla="*/ 1813593 h 1883146"/>
              <a:gd name="connsiteX4" fmla="*/ 1420288 w 1438213"/>
              <a:gd name="connsiteY4" fmla="*/ 1804792 h 1883146"/>
              <a:gd name="connsiteX5" fmla="*/ 1378069 w 1438213"/>
              <a:gd name="connsiteY5" fmla="*/ 940750 h 1883146"/>
              <a:gd name="connsiteX6" fmla="*/ 1404809 w 1438213"/>
              <a:gd name="connsiteY6" fmla="*/ 61420 h 1883146"/>
              <a:gd name="connsiteX7" fmla="*/ 689187 w 1438213"/>
              <a:gd name="connsiteY7" fmla="*/ 59148 h 1883146"/>
              <a:gd name="connsiteX8" fmla="*/ 128947 w 1438213"/>
              <a:gd name="connsiteY8" fmla="*/ 345176 h 1883146"/>
              <a:gd name="connsiteX0" fmla="*/ 126587 w 1435854"/>
              <a:gd name="connsiteY0" fmla="*/ 353278 h 1891248"/>
              <a:gd name="connsiteX1" fmla="*/ 1442 w 1435854"/>
              <a:gd name="connsiteY1" fmla="*/ 1117646 h 1891248"/>
              <a:gd name="connsiteX2" fmla="*/ 215397 w 1435854"/>
              <a:gd name="connsiteY2" fmla="*/ 1554351 h 1891248"/>
              <a:gd name="connsiteX3" fmla="*/ 1034263 w 1435854"/>
              <a:gd name="connsiteY3" fmla="*/ 1821695 h 1891248"/>
              <a:gd name="connsiteX4" fmla="*/ 1417928 w 1435854"/>
              <a:gd name="connsiteY4" fmla="*/ 1812894 h 1891248"/>
              <a:gd name="connsiteX5" fmla="*/ 1375709 w 1435854"/>
              <a:gd name="connsiteY5" fmla="*/ 948852 h 1891248"/>
              <a:gd name="connsiteX6" fmla="*/ 1402449 w 1435854"/>
              <a:gd name="connsiteY6" fmla="*/ 69522 h 1891248"/>
              <a:gd name="connsiteX7" fmla="*/ 221605 w 1435854"/>
              <a:gd name="connsiteY7" fmla="*/ 47778 h 1891248"/>
              <a:gd name="connsiteX8" fmla="*/ 126587 w 1435854"/>
              <a:gd name="connsiteY8" fmla="*/ 353278 h 1891248"/>
              <a:gd name="connsiteX0" fmla="*/ 35803 w 1453152"/>
              <a:gd name="connsiteY0" fmla="*/ 439993 h 1896181"/>
              <a:gd name="connsiteX1" fmla="*/ 18740 w 1453152"/>
              <a:gd name="connsiteY1" fmla="*/ 1122579 h 1896181"/>
              <a:gd name="connsiteX2" fmla="*/ 232695 w 1453152"/>
              <a:gd name="connsiteY2" fmla="*/ 1559284 h 1896181"/>
              <a:gd name="connsiteX3" fmla="*/ 1051561 w 1453152"/>
              <a:gd name="connsiteY3" fmla="*/ 1826628 h 1896181"/>
              <a:gd name="connsiteX4" fmla="*/ 1435226 w 1453152"/>
              <a:gd name="connsiteY4" fmla="*/ 1817827 h 1896181"/>
              <a:gd name="connsiteX5" fmla="*/ 1393007 w 1453152"/>
              <a:gd name="connsiteY5" fmla="*/ 953785 h 1896181"/>
              <a:gd name="connsiteX6" fmla="*/ 1419747 w 1453152"/>
              <a:gd name="connsiteY6" fmla="*/ 74455 h 1896181"/>
              <a:gd name="connsiteX7" fmla="*/ 238903 w 1453152"/>
              <a:gd name="connsiteY7" fmla="*/ 52711 h 1896181"/>
              <a:gd name="connsiteX8" fmla="*/ 35803 w 1453152"/>
              <a:gd name="connsiteY8" fmla="*/ 439993 h 1896181"/>
              <a:gd name="connsiteX0" fmla="*/ 35803 w 1447873"/>
              <a:gd name="connsiteY0" fmla="*/ 439993 h 1952840"/>
              <a:gd name="connsiteX1" fmla="*/ 18740 w 1447873"/>
              <a:gd name="connsiteY1" fmla="*/ 1122579 h 1952840"/>
              <a:gd name="connsiteX2" fmla="*/ 232695 w 1447873"/>
              <a:gd name="connsiteY2" fmla="*/ 1559284 h 1952840"/>
              <a:gd name="connsiteX3" fmla="*/ 1130848 w 1447873"/>
              <a:gd name="connsiteY3" fmla="*/ 1925181 h 1952840"/>
              <a:gd name="connsiteX4" fmla="*/ 1435226 w 1447873"/>
              <a:gd name="connsiteY4" fmla="*/ 1817827 h 1952840"/>
              <a:gd name="connsiteX5" fmla="*/ 1393007 w 1447873"/>
              <a:gd name="connsiteY5" fmla="*/ 953785 h 1952840"/>
              <a:gd name="connsiteX6" fmla="*/ 1419747 w 1447873"/>
              <a:gd name="connsiteY6" fmla="*/ 74455 h 1952840"/>
              <a:gd name="connsiteX7" fmla="*/ 238903 w 1447873"/>
              <a:gd name="connsiteY7" fmla="*/ 52711 h 1952840"/>
              <a:gd name="connsiteX8" fmla="*/ 35803 w 1447873"/>
              <a:gd name="connsiteY8" fmla="*/ 439993 h 1952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7873" h="1952840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9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02009C1-63E0-AC48-A451-99CD5E6FDD90}"/>
              </a:ext>
            </a:extLst>
          </p:cNvPr>
          <p:cNvGrpSpPr/>
          <p:nvPr/>
        </p:nvGrpSpPr>
        <p:grpSpPr>
          <a:xfrm>
            <a:off x="10911440" y="3441356"/>
            <a:ext cx="687393" cy="721548"/>
            <a:chOff x="5203089" y="1751190"/>
            <a:chExt cx="858331" cy="662414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755FF949-4EF8-E942-B9BB-20394F3598DF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FD409681-4032-1C42-9F30-5D5899243858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E2DDC28-E103-7F4D-A505-AB39A3D44C75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3023E15-0AB6-944A-BAB0-EE6BBC79C34E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1B742AD-A3E5-804B-A5D0-76DC204011A2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479FB69-9C9F-3F4E-9B51-39F1BCB2DC8D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D605DCA-7A42-2D49-ADF6-F861B8748A04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C0D6FB2-8F5C-724C-B4A0-F530677569F5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460C8EE-1C4B-5F46-9E22-3DBBF4F11C68}"/>
              </a:ext>
            </a:extLst>
          </p:cNvPr>
          <p:cNvGrpSpPr/>
          <p:nvPr/>
        </p:nvGrpSpPr>
        <p:grpSpPr>
          <a:xfrm>
            <a:off x="10844911" y="2707477"/>
            <a:ext cx="594613" cy="648336"/>
            <a:chOff x="5203089" y="1751190"/>
            <a:chExt cx="858331" cy="662414"/>
          </a:xfrm>
        </p:grpSpPr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451F5106-32A5-2543-880B-662ACD66CA26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1424404C-A23C-F647-8C93-68F0BA827AC7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BFCDF5-D1B4-EA46-B271-D0722F529047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9889E85-63CC-7944-B49D-B29033B3D945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A8382F-1B0D-464D-BBFD-9D1451ACDE62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A5A3F61-17DD-3A49-B29B-EC101C5D8241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7DD4340-C868-4744-9D1F-1BB1FDEE7F23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C0E793E-B8DA-774F-AF06-238006ECEBE3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Freeform 34">
            <a:extLst>
              <a:ext uri="{FF2B5EF4-FFF2-40B4-BE49-F238E27FC236}">
                <a16:creationId xmlns:a16="http://schemas.microsoft.com/office/drawing/2014/main" id="{D4457E50-81C3-874C-80A4-80EAE0791741}"/>
              </a:ext>
            </a:extLst>
          </p:cNvPr>
          <p:cNvSpPr/>
          <p:nvPr/>
        </p:nvSpPr>
        <p:spPr>
          <a:xfrm>
            <a:off x="9614553" y="1295348"/>
            <a:ext cx="1497864" cy="138645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494463"/>
              <a:gd name="connsiteY0" fmla="*/ 534641 h 1775651"/>
              <a:gd name="connsiteX1" fmla="*/ 3 w 1494463"/>
              <a:gd name="connsiteY1" fmla="*/ 940200 h 1775651"/>
              <a:gd name="connsiteX2" fmla="*/ 367657 w 1494463"/>
              <a:gd name="connsiteY2" fmla="*/ 1508306 h 1775651"/>
              <a:gd name="connsiteX3" fmla="*/ 1186523 w 1494463"/>
              <a:gd name="connsiteY3" fmla="*/ 1775650 h 1775651"/>
              <a:gd name="connsiteX4" fmla="*/ 1467465 w 1494463"/>
              <a:gd name="connsiteY4" fmla="*/ 1510813 h 1775651"/>
              <a:gd name="connsiteX5" fmla="*/ 1468513 w 1494463"/>
              <a:gd name="connsiteY5" fmla="*/ 672856 h 1775651"/>
              <a:gd name="connsiteX6" fmla="*/ 1336927 w 1494463"/>
              <a:gd name="connsiteY6" fmla="*/ 154877 h 1775651"/>
              <a:gd name="connsiteX7" fmla="*/ 839087 w 1494463"/>
              <a:gd name="connsiteY7" fmla="*/ 21205 h 1775651"/>
              <a:gd name="connsiteX8" fmla="*/ 360355 w 1494463"/>
              <a:gd name="connsiteY8" fmla="*/ 534641 h 1775651"/>
              <a:gd name="connsiteX0" fmla="*/ 360355 w 1491064"/>
              <a:gd name="connsiteY0" fmla="*/ 552327 h 1793337"/>
              <a:gd name="connsiteX1" fmla="*/ 3 w 1491064"/>
              <a:gd name="connsiteY1" fmla="*/ 957886 h 1793337"/>
              <a:gd name="connsiteX2" fmla="*/ 367657 w 1491064"/>
              <a:gd name="connsiteY2" fmla="*/ 1525992 h 1793337"/>
              <a:gd name="connsiteX3" fmla="*/ 1186523 w 1491064"/>
              <a:gd name="connsiteY3" fmla="*/ 1793336 h 1793337"/>
              <a:gd name="connsiteX4" fmla="*/ 1467465 w 1491064"/>
              <a:gd name="connsiteY4" fmla="*/ 1528499 h 1793337"/>
              <a:gd name="connsiteX5" fmla="*/ 1468513 w 1491064"/>
              <a:gd name="connsiteY5" fmla="*/ 690542 h 1793337"/>
              <a:gd name="connsiteX6" fmla="*/ 1407977 w 1491064"/>
              <a:gd name="connsiteY6" fmla="*/ 109278 h 1793337"/>
              <a:gd name="connsiteX7" fmla="*/ 839087 w 1491064"/>
              <a:gd name="connsiteY7" fmla="*/ 38891 h 1793337"/>
              <a:gd name="connsiteX8" fmla="*/ 360355 w 1491064"/>
              <a:gd name="connsiteY8" fmla="*/ 552327 h 1793337"/>
              <a:gd name="connsiteX0" fmla="*/ 360355 w 1502818"/>
              <a:gd name="connsiteY0" fmla="*/ 552327 h 1612281"/>
              <a:gd name="connsiteX1" fmla="*/ 3 w 1502818"/>
              <a:gd name="connsiteY1" fmla="*/ 957886 h 1612281"/>
              <a:gd name="connsiteX2" fmla="*/ 367657 w 1502818"/>
              <a:gd name="connsiteY2" fmla="*/ 1525992 h 1612281"/>
              <a:gd name="connsiteX3" fmla="*/ 1026659 w 1502818"/>
              <a:gd name="connsiteY3" fmla="*/ 1582385 h 1612281"/>
              <a:gd name="connsiteX4" fmla="*/ 1467465 w 1502818"/>
              <a:gd name="connsiteY4" fmla="*/ 1528499 h 1612281"/>
              <a:gd name="connsiteX5" fmla="*/ 1468513 w 1502818"/>
              <a:gd name="connsiteY5" fmla="*/ 690542 h 1612281"/>
              <a:gd name="connsiteX6" fmla="*/ 1407977 w 1502818"/>
              <a:gd name="connsiteY6" fmla="*/ 109278 h 1612281"/>
              <a:gd name="connsiteX7" fmla="*/ 839087 w 1502818"/>
              <a:gd name="connsiteY7" fmla="*/ 38891 h 1612281"/>
              <a:gd name="connsiteX8" fmla="*/ 360355 w 1502818"/>
              <a:gd name="connsiteY8" fmla="*/ 552327 h 1612281"/>
              <a:gd name="connsiteX0" fmla="*/ 360384 w 1502847"/>
              <a:gd name="connsiteY0" fmla="*/ 552327 h 1803602"/>
              <a:gd name="connsiteX1" fmla="*/ 32 w 1502847"/>
              <a:gd name="connsiteY1" fmla="*/ 957886 h 1803602"/>
              <a:gd name="connsiteX2" fmla="*/ 385448 w 1502847"/>
              <a:gd name="connsiteY2" fmla="*/ 1779134 h 1803602"/>
              <a:gd name="connsiteX3" fmla="*/ 1026688 w 1502847"/>
              <a:gd name="connsiteY3" fmla="*/ 1582385 h 1803602"/>
              <a:gd name="connsiteX4" fmla="*/ 1467494 w 1502847"/>
              <a:gd name="connsiteY4" fmla="*/ 1528499 h 1803602"/>
              <a:gd name="connsiteX5" fmla="*/ 1468542 w 1502847"/>
              <a:gd name="connsiteY5" fmla="*/ 690542 h 1803602"/>
              <a:gd name="connsiteX6" fmla="*/ 1408006 w 1502847"/>
              <a:gd name="connsiteY6" fmla="*/ 109278 h 1803602"/>
              <a:gd name="connsiteX7" fmla="*/ 839116 w 1502847"/>
              <a:gd name="connsiteY7" fmla="*/ 38891 h 1803602"/>
              <a:gd name="connsiteX8" fmla="*/ 360384 w 1502847"/>
              <a:gd name="connsiteY8" fmla="*/ 552327 h 1803602"/>
              <a:gd name="connsiteX0" fmla="*/ 360384 w 1502847"/>
              <a:gd name="connsiteY0" fmla="*/ 552327 h 1826319"/>
              <a:gd name="connsiteX1" fmla="*/ 32 w 1502847"/>
              <a:gd name="connsiteY1" fmla="*/ 957886 h 1826319"/>
              <a:gd name="connsiteX2" fmla="*/ 385448 w 1502847"/>
              <a:gd name="connsiteY2" fmla="*/ 1779134 h 1826319"/>
              <a:gd name="connsiteX3" fmla="*/ 1026688 w 1502847"/>
              <a:gd name="connsiteY3" fmla="*/ 1582385 h 1826319"/>
              <a:gd name="connsiteX4" fmla="*/ 1467494 w 1502847"/>
              <a:gd name="connsiteY4" fmla="*/ 1528499 h 1826319"/>
              <a:gd name="connsiteX5" fmla="*/ 1468542 w 1502847"/>
              <a:gd name="connsiteY5" fmla="*/ 690542 h 1826319"/>
              <a:gd name="connsiteX6" fmla="*/ 1408006 w 1502847"/>
              <a:gd name="connsiteY6" fmla="*/ 109278 h 1826319"/>
              <a:gd name="connsiteX7" fmla="*/ 839116 w 1502847"/>
              <a:gd name="connsiteY7" fmla="*/ 38891 h 1826319"/>
              <a:gd name="connsiteX8" fmla="*/ 360384 w 1502847"/>
              <a:gd name="connsiteY8" fmla="*/ 552327 h 1826319"/>
              <a:gd name="connsiteX0" fmla="*/ 289852 w 1503366"/>
              <a:gd name="connsiteY0" fmla="*/ 461730 h 1820101"/>
              <a:gd name="connsiteX1" fmla="*/ 551 w 1503366"/>
              <a:gd name="connsiteY1" fmla="*/ 951668 h 1820101"/>
              <a:gd name="connsiteX2" fmla="*/ 385967 w 1503366"/>
              <a:gd name="connsiteY2" fmla="*/ 1772916 h 1820101"/>
              <a:gd name="connsiteX3" fmla="*/ 1027207 w 1503366"/>
              <a:gd name="connsiteY3" fmla="*/ 1576167 h 1820101"/>
              <a:gd name="connsiteX4" fmla="*/ 1468013 w 1503366"/>
              <a:gd name="connsiteY4" fmla="*/ 1522281 h 1820101"/>
              <a:gd name="connsiteX5" fmla="*/ 1469061 w 1503366"/>
              <a:gd name="connsiteY5" fmla="*/ 684324 h 1820101"/>
              <a:gd name="connsiteX6" fmla="*/ 1408525 w 1503366"/>
              <a:gd name="connsiteY6" fmla="*/ 103060 h 1820101"/>
              <a:gd name="connsiteX7" fmla="*/ 839635 w 1503366"/>
              <a:gd name="connsiteY7" fmla="*/ 32673 h 1820101"/>
              <a:gd name="connsiteX8" fmla="*/ 289852 w 1503366"/>
              <a:gd name="connsiteY8" fmla="*/ 461730 h 1820101"/>
              <a:gd name="connsiteX0" fmla="*/ 293376 w 1506890"/>
              <a:gd name="connsiteY0" fmla="*/ 461730 h 1820101"/>
              <a:gd name="connsiteX1" fmla="*/ 4075 w 1506890"/>
              <a:gd name="connsiteY1" fmla="*/ 951668 h 1820101"/>
              <a:gd name="connsiteX2" fmla="*/ 389491 w 1506890"/>
              <a:gd name="connsiteY2" fmla="*/ 1772916 h 1820101"/>
              <a:gd name="connsiteX3" fmla="*/ 1030731 w 1506890"/>
              <a:gd name="connsiteY3" fmla="*/ 1576167 h 1820101"/>
              <a:gd name="connsiteX4" fmla="*/ 1471537 w 1506890"/>
              <a:gd name="connsiteY4" fmla="*/ 1522281 h 1820101"/>
              <a:gd name="connsiteX5" fmla="*/ 1472585 w 1506890"/>
              <a:gd name="connsiteY5" fmla="*/ 684324 h 1820101"/>
              <a:gd name="connsiteX6" fmla="*/ 1412049 w 1506890"/>
              <a:gd name="connsiteY6" fmla="*/ 103060 h 1820101"/>
              <a:gd name="connsiteX7" fmla="*/ 843159 w 1506890"/>
              <a:gd name="connsiteY7" fmla="*/ 32673 h 1820101"/>
              <a:gd name="connsiteX8" fmla="*/ 293376 w 1506890"/>
              <a:gd name="connsiteY8" fmla="*/ 461730 h 1820101"/>
              <a:gd name="connsiteX0" fmla="*/ 203955 w 1545103"/>
              <a:gd name="connsiteY0" fmla="*/ 206126 h 1802639"/>
              <a:gd name="connsiteX1" fmla="*/ 42288 w 1545103"/>
              <a:gd name="connsiteY1" fmla="*/ 934206 h 1802639"/>
              <a:gd name="connsiteX2" fmla="*/ 427704 w 1545103"/>
              <a:gd name="connsiteY2" fmla="*/ 1755454 h 1802639"/>
              <a:gd name="connsiteX3" fmla="*/ 1068944 w 1545103"/>
              <a:gd name="connsiteY3" fmla="*/ 1558705 h 1802639"/>
              <a:gd name="connsiteX4" fmla="*/ 1509750 w 1545103"/>
              <a:gd name="connsiteY4" fmla="*/ 1504819 h 1802639"/>
              <a:gd name="connsiteX5" fmla="*/ 1510798 w 1545103"/>
              <a:gd name="connsiteY5" fmla="*/ 666862 h 1802639"/>
              <a:gd name="connsiteX6" fmla="*/ 1450262 w 1545103"/>
              <a:gd name="connsiteY6" fmla="*/ 85598 h 1802639"/>
              <a:gd name="connsiteX7" fmla="*/ 881372 w 1545103"/>
              <a:gd name="connsiteY7" fmla="*/ 15211 h 1802639"/>
              <a:gd name="connsiteX8" fmla="*/ 203955 w 1545103"/>
              <a:gd name="connsiteY8" fmla="*/ 206126 h 1802639"/>
              <a:gd name="connsiteX0" fmla="*/ 147252 w 1634267"/>
              <a:gd name="connsiteY0" fmla="*/ 113266 h 1796376"/>
              <a:gd name="connsiteX1" fmla="*/ 131452 w 1634267"/>
              <a:gd name="connsiteY1" fmla="*/ 927943 h 1796376"/>
              <a:gd name="connsiteX2" fmla="*/ 516868 w 1634267"/>
              <a:gd name="connsiteY2" fmla="*/ 1749191 h 1796376"/>
              <a:gd name="connsiteX3" fmla="*/ 1158108 w 1634267"/>
              <a:gd name="connsiteY3" fmla="*/ 1552442 h 1796376"/>
              <a:gd name="connsiteX4" fmla="*/ 1598914 w 1634267"/>
              <a:gd name="connsiteY4" fmla="*/ 1498556 h 1796376"/>
              <a:gd name="connsiteX5" fmla="*/ 1599962 w 1634267"/>
              <a:gd name="connsiteY5" fmla="*/ 660599 h 1796376"/>
              <a:gd name="connsiteX6" fmla="*/ 1539426 w 1634267"/>
              <a:gd name="connsiteY6" fmla="*/ 79335 h 1796376"/>
              <a:gd name="connsiteX7" fmla="*/ 970536 w 1634267"/>
              <a:gd name="connsiteY7" fmla="*/ 8948 h 1796376"/>
              <a:gd name="connsiteX8" fmla="*/ 147252 w 1634267"/>
              <a:gd name="connsiteY8" fmla="*/ 113266 h 179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34267" h="1796376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7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57054E-9FD6-024C-A915-5AB7C6A89AFD}"/>
              </a:ext>
            </a:extLst>
          </p:cNvPr>
          <p:cNvSpPr txBox="1"/>
          <p:nvPr/>
        </p:nvSpPr>
        <p:spPr>
          <a:xfrm>
            <a:off x="9500941" y="1364501"/>
            <a:ext cx="1725088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national or global ISP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D2F7C00-5965-8F41-99F0-F64F3C546739}"/>
              </a:ext>
            </a:extLst>
          </p:cNvPr>
          <p:cNvSpPr/>
          <p:nvPr/>
        </p:nvSpPr>
        <p:spPr>
          <a:xfrm>
            <a:off x="9352808" y="3191214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FBD6713-BAE9-3C4E-B463-C5B4D65DA870}"/>
              </a:ext>
            </a:extLst>
          </p:cNvPr>
          <p:cNvSpPr txBox="1"/>
          <p:nvPr/>
        </p:nvSpPr>
        <p:spPr>
          <a:xfrm>
            <a:off x="10991507" y="4191243"/>
            <a:ext cx="813043" cy="3831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datacenter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2530C9D-5A6A-4840-95EE-E62E0F45C045}"/>
              </a:ext>
            </a:extLst>
          </p:cNvPr>
          <p:cNvCxnSpPr>
            <a:cxnSpLocks/>
          </p:cNvCxnSpPr>
          <p:nvPr/>
        </p:nvCxnSpPr>
        <p:spPr>
          <a:xfrm flipH="1" flipV="1">
            <a:off x="10633660" y="3093431"/>
            <a:ext cx="412964" cy="637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E695EB4-9B05-534C-8956-9DB8A7F3BB4D}"/>
              </a:ext>
            </a:extLst>
          </p:cNvPr>
          <p:cNvCxnSpPr>
            <a:cxnSpLocks/>
          </p:cNvCxnSpPr>
          <p:nvPr/>
        </p:nvCxnSpPr>
        <p:spPr>
          <a:xfrm flipH="1" flipV="1">
            <a:off x="10734575" y="3153990"/>
            <a:ext cx="345866" cy="7389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8F7467A-DF1D-0E46-BAE5-AA618B1E2E23}"/>
              </a:ext>
            </a:extLst>
          </p:cNvPr>
          <p:cNvCxnSpPr>
            <a:cxnSpLocks/>
          </p:cNvCxnSpPr>
          <p:nvPr/>
        </p:nvCxnSpPr>
        <p:spPr>
          <a:xfrm flipV="1">
            <a:off x="10710637" y="3146727"/>
            <a:ext cx="335987" cy="3953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678AF35-2773-354B-990C-E6287528A770}"/>
              </a:ext>
            </a:extLst>
          </p:cNvPr>
          <p:cNvCxnSpPr>
            <a:cxnSpLocks/>
          </p:cNvCxnSpPr>
          <p:nvPr/>
        </p:nvCxnSpPr>
        <p:spPr>
          <a:xfrm flipH="1" flipV="1">
            <a:off x="10644514" y="3108202"/>
            <a:ext cx="1" cy="4857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D3CE828-FE2E-C442-997E-2F0E1211CF46}"/>
              </a:ext>
            </a:extLst>
          </p:cNvPr>
          <p:cNvCxnSpPr>
            <a:cxnSpLocks/>
          </p:cNvCxnSpPr>
          <p:nvPr/>
        </p:nvCxnSpPr>
        <p:spPr>
          <a:xfrm flipH="1" flipV="1">
            <a:off x="10624360" y="3584948"/>
            <a:ext cx="508543" cy="3486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668B3BB-A47F-5E47-AC63-7A64454822AB}"/>
              </a:ext>
            </a:extLst>
          </p:cNvPr>
          <p:cNvCxnSpPr>
            <a:cxnSpLocks/>
          </p:cNvCxnSpPr>
          <p:nvPr/>
        </p:nvCxnSpPr>
        <p:spPr>
          <a:xfrm flipH="1">
            <a:off x="9968935" y="3601048"/>
            <a:ext cx="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0E00960-4829-DF40-A68E-F6F8238FF69F}"/>
              </a:ext>
            </a:extLst>
          </p:cNvPr>
          <p:cNvCxnSpPr>
            <a:cxnSpLocks/>
          </p:cNvCxnSpPr>
          <p:nvPr/>
        </p:nvCxnSpPr>
        <p:spPr>
          <a:xfrm flipH="1">
            <a:off x="9293356" y="3601048"/>
            <a:ext cx="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AD6522C-9B65-7B47-9343-759ADC3E82EF}"/>
              </a:ext>
            </a:extLst>
          </p:cNvPr>
          <p:cNvCxnSpPr>
            <a:cxnSpLocks/>
          </p:cNvCxnSpPr>
          <p:nvPr/>
        </p:nvCxnSpPr>
        <p:spPr>
          <a:xfrm flipH="1">
            <a:off x="9350608" y="3020978"/>
            <a:ext cx="382424" cy="517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9D60433-CC5F-F847-96F4-C7AB0F1F4319}"/>
              </a:ext>
            </a:extLst>
          </p:cNvPr>
          <p:cNvCxnSpPr>
            <a:cxnSpLocks/>
          </p:cNvCxnSpPr>
          <p:nvPr/>
        </p:nvCxnSpPr>
        <p:spPr>
          <a:xfrm>
            <a:off x="9806809" y="3020978"/>
            <a:ext cx="0" cy="5402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5889A11F-395A-0146-B6C3-4B72596D337D}"/>
              </a:ext>
            </a:extLst>
          </p:cNvPr>
          <p:cNvCxnSpPr/>
          <p:nvPr/>
        </p:nvCxnSpPr>
        <p:spPr>
          <a:xfrm>
            <a:off x="10211408" y="2267998"/>
            <a:ext cx="488174" cy="8393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B56C4A7-D357-9B49-881D-CA196AEAFB86}"/>
              </a:ext>
            </a:extLst>
          </p:cNvPr>
          <p:cNvCxnSpPr>
            <a:cxnSpLocks/>
          </p:cNvCxnSpPr>
          <p:nvPr/>
        </p:nvCxnSpPr>
        <p:spPr>
          <a:xfrm flipH="1">
            <a:off x="9872459" y="2208319"/>
            <a:ext cx="380432" cy="694807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0" name="Group 49">
            <a:extLst>
              <a:ext uri="{FF2B5EF4-FFF2-40B4-BE49-F238E27FC236}">
                <a16:creationId xmlns:a16="http://schemas.microsoft.com/office/drawing/2014/main" id="{F956D9B4-9FB3-E942-993E-5C0B6D6D4E8E}"/>
              </a:ext>
            </a:extLst>
          </p:cNvPr>
          <p:cNvGrpSpPr/>
          <p:nvPr/>
        </p:nvGrpSpPr>
        <p:grpSpPr>
          <a:xfrm>
            <a:off x="7635978" y="1640631"/>
            <a:ext cx="3578867" cy="3640283"/>
            <a:chOff x="7562238" y="2127325"/>
            <a:chExt cx="3578867" cy="3640283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16638E5F-AAD7-1E49-9118-E30B36F9BBE5}"/>
                </a:ext>
              </a:extLst>
            </p:cNvPr>
            <p:cNvGrpSpPr/>
            <p:nvPr/>
          </p:nvGrpSpPr>
          <p:grpSpPr>
            <a:xfrm>
              <a:off x="7857253" y="2127325"/>
              <a:ext cx="3283852" cy="3640283"/>
              <a:chOff x="7881336" y="2104198"/>
              <a:chExt cx="3283852" cy="3640283"/>
            </a:xfrm>
          </p:grpSpPr>
          <p:sp>
            <p:nvSpPr>
              <p:cNvPr id="56" name="Line 428">
                <a:extLst>
                  <a:ext uri="{FF2B5EF4-FFF2-40B4-BE49-F238E27FC236}">
                    <a16:creationId xmlns:a16="http://schemas.microsoft.com/office/drawing/2014/main" id="{73C14346-74B2-0A41-B7C0-12342BB486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813692" y="5228612"/>
                <a:ext cx="388062" cy="75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7" name="Line 430">
                <a:extLst>
                  <a:ext uri="{FF2B5EF4-FFF2-40B4-BE49-F238E27FC236}">
                    <a16:creationId xmlns:a16="http://schemas.microsoft.com/office/drawing/2014/main" id="{0D57C56C-0C29-B74B-8FBC-5FE76C1C73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10234009" y="5382159"/>
                <a:ext cx="0" cy="1143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" name="Line 431">
                <a:extLst>
                  <a:ext uri="{FF2B5EF4-FFF2-40B4-BE49-F238E27FC236}">
                    <a16:creationId xmlns:a16="http://schemas.microsoft.com/office/drawing/2014/main" id="{BFFEF7F7-03E4-6249-BB27-BF21D38537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457042" y="4815390"/>
                <a:ext cx="524483" cy="2615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" name="Line 432">
                <a:extLst>
                  <a:ext uri="{FF2B5EF4-FFF2-40B4-BE49-F238E27FC236}">
                    <a16:creationId xmlns:a16="http://schemas.microsoft.com/office/drawing/2014/main" id="{DF776BD7-BCAC-094E-827B-C2448A76F7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74149" y="4815390"/>
                <a:ext cx="569255" cy="2462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" name="Line 433">
                <a:extLst>
                  <a:ext uri="{FF2B5EF4-FFF2-40B4-BE49-F238E27FC236}">
                    <a16:creationId xmlns:a16="http://schemas.microsoft.com/office/drawing/2014/main" id="{43C2E62B-BB7A-5C46-8927-931F84F3F8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45827" y="5085749"/>
                <a:ext cx="103050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1" name="Line 435">
                <a:extLst>
                  <a:ext uri="{FF2B5EF4-FFF2-40B4-BE49-F238E27FC236}">
                    <a16:creationId xmlns:a16="http://schemas.microsoft.com/office/drawing/2014/main" id="{663DFC23-9B89-9C45-9D1B-0D48274B8B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34290" y="5094207"/>
                <a:ext cx="22680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" name="Line 436">
                <a:extLst>
                  <a:ext uri="{FF2B5EF4-FFF2-40B4-BE49-F238E27FC236}">
                    <a16:creationId xmlns:a16="http://schemas.microsoft.com/office/drawing/2014/main" id="{18DD1356-89D5-3A44-95E7-F9A8CBA107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972450" y="5267343"/>
                <a:ext cx="41275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" name="Line 439">
                <a:extLst>
                  <a:ext uri="{FF2B5EF4-FFF2-40B4-BE49-F238E27FC236}">
                    <a16:creationId xmlns:a16="http://schemas.microsoft.com/office/drawing/2014/main" id="{97928BA0-13A6-EB47-BAB3-34433975D4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397900" y="5259125"/>
                <a:ext cx="68080" cy="2939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" name="Line 440">
                <a:extLst>
                  <a:ext uri="{FF2B5EF4-FFF2-40B4-BE49-F238E27FC236}">
                    <a16:creationId xmlns:a16="http://schemas.microsoft.com/office/drawing/2014/main" id="{2C224211-7D09-3B43-A0B8-3F79ED55F8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512814" y="5284804"/>
                <a:ext cx="280374" cy="2698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" name="Line 441">
                <a:extLst>
                  <a:ext uri="{FF2B5EF4-FFF2-40B4-BE49-F238E27FC236}">
                    <a16:creationId xmlns:a16="http://schemas.microsoft.com/office/drawing/2014/main" id="{BC08E60D-832A-A349-9156-9FF0DCB8DA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12814" y="5234921"/>
                <a:ext cx="914184" cy="4686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" name="Line 443">
                <a:extLst>
                  <a:ext uri="{FF2B5EF4-FFF2-40B4-BE49-F238E27FC236}">
                    <a16:creationId xmlns:a16="http://schemas.microsoft.com/office/drawing/2014/main" id="{9290D2BD-563E-7049-907C-4BAF6989D0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71861" y="3806843"/>
                <a:ext cx="0" cy="1317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" name="Line 449">
                <a:extLst>
                  <a:ext uri="{FF2B5EF4-FFF2-40B4-BE49-F238E27FC236}">
                    <a16:creationId xmlns:a16="http://schemas.microsoft.com/office/drawing/2014/main" id="{34D18B5D-D38E-294D-9B36-D83EA1EA66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881336" y="4017980"/>
                <a:ext cx="168275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8" name="Line 428">
                <a:extLst>
                  <a:ext uri="{FF2B5EF4-FFF2-40B4-BE49-F238E27FC236}">
                    <a16:creationId xmlns:a16="http://schemas.microsoft.com/office/drawing/2014/main" id="{390CF526-5CCE-B44E-9ADE-6403971D0B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909628" y="5560344"/>
                <a:ext cx="366793" cy="148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" name="Line 440">
                <a:extLst>
                  <a:ext uri="{FF2B5EF4-FFF2-40B4-BE49-F238E27FC236}">
                    <a16:creationId xmlns:a16="http://schemas.microsoft.com/office/drawing/2014/main" id="{4FC20A7F-7EBB-B34E-A088-4F737F1DCC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483508" y="5013435"/>
                <a:ext cx="404236" cy="20777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D0A1EE81-EDC0-E24E-81ED-25EC7FC1859F}"/>
                  </a:ext>
                </a:extLst>
              </p:cNvPr>
              <p:cNvCxnSpPr/>
              <p:nvPr/>
            </p:nvCxnSpPr>
            <p:spPr>
              <a:xfrm flipH="1">
                <a:off x="10124718" y="2146305"/>
                <a:ext cx="761467" cy="57735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B40B7AC1-4BC8-7841-AB79-C252B50D01B9}"/>
                  </a:ext>
                </a:extLst>
              </p:cNvPr>
              <p:cNvCxnSpPr/>
              <p:nvPr/>
            </p:nvCxnSpPr>
            <p:spPr>
              <a:xfrm flipH="1">
                <a:off x="10124718" y="2245186"/>
                <a:ext cx="397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F8FC87DD-FCE9-4847-8369-0353D5F038BA}"/>
                  </a:ext>
                </a:extLst>
              </p:cNvPr>
              <p:cNvCxnSpPr/>
              <p:nvPr/>
            </p:nvCxnSpPr>
            <p:spPr>
              <a:xfrm flipH="1">
                <a:off x="10696218" y="2177379"/>
                <a:ext cx="14936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3A5AC2F9-DAA5-2B42-ADBA-8AA2CE13A98C}"/>
                  </a:ext>
                </a:extLst>
              </p:cNvPr>
              <p:cNvCxnSpPr/>
              <p:nvPr/>
            </p:nvCxnSpPr>
            <p:spPr>
              <a:xfrm flipH="1">
                <a:off x="10166249" y="2695840"/>
                <a:ext cx="574283" cy="2782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CD02ED14-DF8A-6F47-8739-891B3E17E541}"/>
                  </a:ext>
                </a:extLst>
              </p:cNvPr>
              <p:cNvCxnSpPr/>
              <p:nvPr/>
            </p:nvCxnSpPr>
            <p:spPr>
              <a:xfrm flipH="1">
                <a:off x="10093625" y="2146305"/>
                <a:ext cx="788589" cy="9888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331B2571-456D-AA4C-9A42-8EC6DB5942CF}"/>
                  </a:ext>
                </a:extLst>
              </p:cNvPr>
              <p:cNvCxnSpPr/>
              <p:nvPr/>
            </p:nvCxnSpPr>
            <p:spPr>
              <a:xfrm flipH="1">
                <a:off x="10886186" y="2104198"/>
                <a:ext cx="279002" cy="421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9DD07C97-ADFF-3B4D-9D80-4CCDBD9933B0}"/>
                  </a:ext>
                </a:extLst>
              </p:cNvPr>
              <p:cNvCxnSpPr/>
              <p:nvPr/>
            </p:nvCxnSpPr>
            <p:spPr>
              <a:xfrm flipH="1" flipV="1">
                <a:off x="10706077" y="2695840"/>
                <a:ext cx="353541" cy="678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21CD801D-E623-DF4F-AE29-F9EDFFC1853E}"/>
                  </a:ext>
                </a:extLst>
              </p:cNvPr>
              <p:cNvCxnSpPr/>
              <p:nvPr/>
            </p:nvCxnSpPr>
            <p:spPr>
              <a:xfrm flipH="1">
                <a:off x="8793306" y="2245186"/>
                <a:ext cx="1300319" cy="60662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8" name="Line 541">
                <a:extLst>
                  <a:ext uri="{FF2B5EF4-FFF2-40B4-BE49-F238E27FC236}">
                    <a16:creationId xmlns:a16="http://schemas.microsoft.com/office/drawing/2014/main" id="{7986AEA4-9721-1648-AF87-0143CA33D4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402788" y="4090252"/>
                <a:ext cx="429324" cy="70560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9" name="Line 424">
                <a:extLst>
                  <a:ext uri="{FF2B5EF4-FFF2-40B4-BE49-F238E27FC236}">
                    <a16:creationId xmlns:a16="http://schemas.microsoft.com/office/drawing/2014/main" id="{5B046CBA-A8F6-A944-8D42-E33C2FBF40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268637" y="4024329"/>
                <a:ext cx="969051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pic>
          <p:nvPicPr>
            <p:cNvPr id="52" name="Picture 778" descr="antenna_radiation_stylized">
              <a:extLst>
                <a:ext uri="{FF2B5EF4-FFF2-40B4-BE49-F238E27FC236}">
                  <a16:creationId xmlns:a16="http://schemas.microsoft.com/office/drawing/2014/main" id="{631F2DEF-0FF8-3C41-AEF8-65E9DF76C1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2238" y="3813930"/>
              <a:ext cx="506412" cy="1060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3" name="Picture 781" descr="antenna_radiation_stylized">
              <a:extLst>
                <a:ext uri="{FF2B5EF4-FFF2-40B4-BE49-F238E27FC236}">
                  <a16:creationId xmlns:a16="http://schemas.microsoft.com/office/drawing/2014/main" id="{A237A058-6399-5243-824F-D60A75A742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42073" y="5480938"/>
              <a:ext cx="452014" cy="95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4" name="Picture 799" descr="cell_tower_radiation copy">
              <a:extLst>
                <a:ext uri="{FF2B5EF4-FFF2-40B4-BE49-F238E27FC236}">
                  <a16:creationId xmlns:a16="http://schemas.microsoft.com/office/drawing/2014/main" id="{7D446A4E-5E76-104B-810A-DBB0D426EE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5" name="Oval 800">
              <a:extLst>
                <a:ext uri="{FF2B5EF4-FFF2-40B4-BE49-F238E27FC236}">
                  <a16:creationId xmlns:a16="http://schemas.microsoft.com/office/drawing/2014/main" id="{EAAB4AC1-DEE9-134F-A0D6-239D715DAA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4541" y="2292995"/>
              <a:ext cx="52388" cy="49485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80" name="Line 426">
            <a:extLst>
              <a:ext uri="{FF2B5EF4-FFF2-40B4-BE49-F238E27FC236}">
                <a16:creationId xmlns:a16="http://schemas.microsoft.com/office/drawing/2014/main" id="{5B80D194-D80B-BF48-8540-D5B8565B4303}"/>
              </a:ext>
            </a:extLst>
          </p:cNvPr>
          <p:cNvSpPr>
            <a:spLocks noChangeShapeType="1"/>
          </p:cNvSpPr>
          <p:nvPr/>
        </p:nvSpPr>
        <p:spPr bwMode="auto">
          <a:xfrm>
            <a:off x="8281600" y="2213665"/>
            <a:ext cx="227964" cy="17435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1" name="Group 783">
            <a:extLst>
              <a:ext uri="{FF2B5EF4-FFF2-40B4-BE49-F238E27FC236}">
                <a16:creationId xmlns:a16="http://schemas.microsoft.com/office/drawing/2014/main" id="{E68A1148-D704-A446-A2F3-AD2E0367AAB2}"/>
              </a:ext>
            </a:extLst>
          </p:cNvPr>
          <p:cNvGrpSpPr>
            <a:grpSpLocks/>
          </p:cNvGrpSpPr>
          <p:nvPr/>
        </p:nvGrpSpPr>
        <p:grpSpPr bwMode="auto">
          <a:xfrm>
            <a:off x="8124438" y="1822682"/>
            <a:ext cx="298450" cy="464008"/>
            <a:chOff x="3130" y="3288"/>
            <a:chExt cx="410" cy="742"/>
          </a:xfrm>
        </p:grpSpPr>
        <p:sp>
          <p:nvSpPr>
            <p:cNvPr id="82" name="Line 270">
              <a:extLst>
                <a:ext uri="{FF2B5EF4-FFF2-40B4-BE49-F238E27FC236}">
                  <a16:creationId xmlns:a16="http://schemas.microsoft.com/office/drawing/2014/main" id="{148E09EA-BBD1-E045-A9C1-2579C62EE8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30" y="3288"/>
              <a:ext cx="205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3" name="Line 271">
              <a:extLst>
                <a:ext uri="{FF2B5EF4-FFF2-40B4-BE49-F238E27FC236}">
                  <a16:creationId xmlns:a16="http://schemas.microsoft.com/office/drawing/2014/main" id="{0CEB5342-A8E6-2241-A276-5D5BB507FC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288"/>
              <a:ext cx="205" cy="6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4" name="Line 272">
              <a:extLst>
                <a:ext uri="{FF2B5EF4-FFF2-40B4-BE49-F238E27FC236}">
                  <a16:creationId xmlns:a16="http://schemas.microsoft.com/office/drawing/2014/main" id="{1C31E4F5-A349-A54A-B3C6-FCE7EC386D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0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5" name="Line 273">
              <a:extLst>
                <a:ext uri="{FF2B5EF4-FFF2-40B4-BE49-F238E27FC236}">
                  <a16:creationId xmlns:a16="http://schemas.microsoft.com/office/drawing/2014/main" id="{89E72D14-18C6-4F4A-A018-55770D016B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35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Line 274">
              <a:extLst>
                <a:ext uri="{FF2B5EF4-FFF2-40B4-BE49-F238E27FC236}">
                  <a16:creationId xmlns:a16="http://schemas.microsoft.com/office/drawing/2014/main" id="{6FD77342-4E61-494C-9600-ADAF89CDF5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303"/>
              <a:ext cx="0" cy="7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7" name="Line 275">
              <a:extLst>
                <a:ext uri="{FF2B5EF4-FFF2-40B4-BE49-F238E27FC236}">
                  <a16:creationId xmlns:a16="http://schemas.microsoft.com/office/drawing/2014/main" id="{840F43A3-D863-904A-912C-87898DB80E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30" y="3888"/>
              <a:ext cx="205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8" name="Line 276">
              <a:extLst>
                <a:ext uri="{FF2B5EF4-FFF2-40B4-BE49-F238E27FC236}">
                  <a16:creationId xmlns:a16="http://schemas.microsoft.com/office/drawing/2014/main" id="{C8E333AC-9EDA-F34E-A2B4-BB319D3FB1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35" y="3888"/>
              <a:ext cx="205" cy="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9" name="Line 277">
              <a:extLst>
                <a:ext uri="{FF2B5EF4-FFF2-40B4-BE49-F238E27FC236}">
                  <a16:creationId xmlns:a16="http://schemas.microsoft.com/office/drawing/2014/main" id="{DBBC7195-32E5-1E44-A4B7-2D041FCF19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7" y="3668"/>
              <a:ext cx="118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0" name="Line 278">
              <a:extLst>
                <a:ext uri="{FF2B5EF4-FFF2-40B4-BE49-F238E27FC236}">
                  <a16:creationId xmlns:a16="http://schemas.microsoft.com/office/drawing/2014/main" id="{B6C3F345-DEA7-C64D-90EE-6DFEF6B0F7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668"/>
              <a:ext cx="124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1" name="Line 279">
              <a:extLst>
                <a:ext uri="{FF2B5EF4-FFF2-40B4-BE49-F238E27FC236}">
                  <a16:creationId xmlns:a16="http://schemas.microsoft.com/office/drawing/2014/main" id="{6C2CB45E-DD31-644D-B38E-56690CBDE8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8" y="3766"/>
              <a:ext cx="152" cy="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2" name="Line 280">
              <a:extLst>
                <a:ext uri="{FF2B5EF4-FFF2-40B4-BE49-F238E27FC236}">
                  <a16:creationId xmlns:a16="http://schemas.microsoft.com/office/drawing/2014/main" id="{0B1D6178-5CDF-C44A-BD74-FC217ED575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781"/>
              <a:ext cx="153" cy="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3" name="Line 281">
              <a:extLst>
                <a:ext uri="{FF2B5EF4-FFF2-40B4-BE49-F238E27FC236}">
                  <a16:creationId xmlns:a16="http://schemas.microsoft.com/office/drawing/2014/main" id="{363887BB-4AF3-B84E-9683-EE49686A1C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567"/>
              <a:ext cx="78" cy="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4" name="Line 282">
              <a:extLst>
                <a:ext uri="{FF2B5EF4-FFF2-40B4-BE49-F238E27FC236}">
                  <a16:creationId xmlns:a16="http://schemas.microsoft.com/office/drawing/2014/main" id="{175D27BE-3FD8-CE45-A067-6C508BF70C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428"/>
              <a:ext cx="49" cy="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5" name="Line 283">
              <a:extLst>
                <a:ext uri="{FF2B5EF4-FFF2-40B4-BE49-F238E27FC236}">
                  <a16:creationId xmlns:a16="http://schemas.microsoft.com/office/drawing/2014/main" id="{B2BBADBF-8220-2243-8DAD-6DAD647432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7" y="3558"/>
              <a:ext cx="9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6" name="Line 284">
              <a:extLst>
                <a:ext uri="{FF2B5EF4-FFF2-40B4-BE49-F238E27FC236}">
                  <a16:creationId xmlns:a16="http://schemas.microsoft.com/office/drawing/2014/main" id="{3AB793CC-A3CA-9F45-A697-F5B2AC584A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9" y="3422"/>
              <a:ext cx="5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97" name="Picture 777" descr="access_point_stylized_small">
            <a:extLst>
              <a:ext uri="{FF2B5EF4-FFF2-40B4-BE49-F238E27FC236}">
                <a16:creationId xmlns:a16="http://schemas.microsoft.com/office/drawing/2014/main" id="{68963423-0F28-9C4E-9209-A68C79A01E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7622" y="3375205"/>
            <a:ext cx="370169" cy="306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8" name="Picture 780" descr="access_point_stylized_small">
            <a:extLst>
              <a:ext uri="{FF2B5EF4-FFF2-40B4-BE49-F238E27FC236}">
                <a16:creationId xmlns:a16="http://schemas.microsoft.com/office/drawing/2014/main" id="{CC400AD6-BFC6-FE40-9B3A-1E58BEB77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4350" y="5037538"/>
            <a:ext cx="380935" cy="317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9" name="Group 98">
            <a:extLst>
              <a:ext uri="{FF2B5EF4-FFF2-40B4-BE49-F238E27FC236}">
                <a16:creationId xmlns:a16="http://schemas.microsoft.com/office/drawing/2014/main" id="{45D32098-7053-E144-ABFD-96A14B42CDE7}"/>
              </a:ext>
            </a:extLst>
          </p:cNvPr>
          <p:cNvGrpSpPr/>
          <p:nvPr/>
        </p:nvGrpSpPr>
        <p:grpSpPr>
          <a:xfrm>
            <a:off x="9923105" y="4852343"/>
            <a:ext cx="309740" cy="190838"/>
            <a:chOff x="3668110" y="2448910"/>
            <a:chExt cx="3794234" cy="2165130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04E26E62-0A09-FE48-83DB-99D08E6D9666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5BBE0DFE-0625-6941-BE0B-54B132BA201D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607D2C3A-C248-C14C-AE1E-3CEA21A7711E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03" name="Freeform 102">
                <a:extLst>
                  <a:ext uri="{FF2B5EF4-FFF2-40B4-BE49-F238E27FC236}">
                    <a16:creationId xmlns:a16="http://schemas.microsoft.com/office/drawing/2014/main" id="{BD2E6830-1548-F748-9CD3-9BBE3D747B5B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4" name="Freeform 103">
                <a:extLst>
                  <a:ext uri="{FF2B5EF4-FFF2-40B4-BE49-F238E27FC236}">
                    <a16:creationId xmlns:a16="http://schemas.microsoft.com/office/drawing/2014/main" id="{87EA9A58-4D21-1A4A-8916-404ABE135DDA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5" name="Freeform 104">
                <a:extLst>
                  <a:ext uri="{FF2B5EF4-FFF2-40B4-BE49-F238E27FC236}">
                    <a16:creationId xmlns:a16="http://schemas.microsoft.com/office/drawing/2014/main" id="{7CF3E410-162D-074A-8E74-378002078118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6" name="Freeform 105">
                <a:extLst>
                  <a:ext uri="{FF2B5EF4-FFF2-40B4-BE49-F238E27FC236}">
                    <a16:creationId xmlns:a16="http://schemas.microsoft.com/office/drawing/2014/main" id="{072DA05C-F551-2546-ACD2-A6674CBCE382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659AA5C6-EE3B-2947-B048-197F6FD3AC8C}"/>
              </a:ext>
            </a:extLst>
          </p:cNvPr>
          <p:cNvGrpSpPr/>
          <p:nvPr/>
        </p:nvGrpSpPr>
        <p:grpSpPr>
          <a:xfrm>
            <a:off x="8750359" y="4480726"/>
            <a:ext cx="393760" cy="218578"/>
            <a:chOff x="7493876" y="2774731"/>
            <a:chExt cx="1481958" cy="894622"/>
          </a:xfrm>
        </p:grpSpPr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9100A36C-A3A7-F64D-ACF1-BC8A727C2CB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66AC0DDF-BAAC-9648-9DB4-B82F4C800F10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F93AC9B6-D959-EE46-8553-EF585F23BD73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4CC15E79-4120-D643-9348-8A2483E7C14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2" name="Freeform 111">
                <a:extLst>
                  <a:ext uri="{FF2B5EF4-FFF2-40B4-BE49-F238E27FC236}">
                    <a16:creationId xmlns:a16="http://schemas.microsoft.com/office/drawing/2014/main" id="{B4C3AE5D-7179-E240-8F3C-8DF74EC9998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3" name="Freeform 112">
                <a:extLst>
                  <a:ext uri="{FF2B5EF4-FFF2-40B4-BE49-F238E27FC236}">
                    <a16:creationId xmlns:a16="http://schemas.microsoft.com/office/drawing/2014/main" id="{3A0685E0-EC87-CF48-A96B-77CB2EC25C0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4" name="Freeform 113">
                <a:extLst>
                  <a:ext uri="{FF2B5EF4-FFF2-40B4-BE49-F238E27FC236}">
                    <a16:creationId xmlns:a16="http://schemas.microsoft.com/office/drawing/2014/main" id="{9E67B1F5-ED42-AE4A-8D5B-75AD8401AC4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04996387-BE14-DF43-805B-702F9CA5C7DE}"/>
              </a:ext>
            </a:extLst>
          </p:cNvPr>
          <p:cNvGrpSpPr/>
          <p:nvPr/>
        </p:nvGrpSpPr>
        <p:grpSpPr>
          <a:xfrm>
            <a:off x="8385260" y="4707739"/>
            <a:ext cx="309740" cy="190838"/>
            <a:chOff x="3668110" y="2448910"/>
            <a:chExt cx="3794234" cy="2165130"/>
          </a:xfrm>
        </p:grpSpPr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45754FAB-24AD-164E-8246-AFEEDC5117CD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E5DD5BBA-99BE-AB40-ABCA-66BF6954D980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AEB271AC-E128-C94E-8C52-AEF23798B7A8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19" name="Freeform 118">
                <a:extLst>
                  <a:ext uri="{FF2B5EF4-FFF2-40B4-BE49-F238E27FC236}">
                    <a16:creationId xmlns:a16="http://schemas.microsoft.com/office/drawing/2014/main" id="{6A1116CA-475C-3648-95B4-42F00A2A0566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0" name="Freeform 119">
                <a:extLst>
                  <a:ext uri="{FF2B5EF4-FFF2-40B4-BE49-F238E27FC236}">
                    <a16:creationId xmlns:a16="http://schemas.microsoft.com/office/drawing/2014/main" id="{C2AE9788-7391-8445-B359-B4CC25A1EE97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1" name="Freeform 120">
                <a:extLst>
                  <a:ext uri="{FF2B5EF4-FFF2-40B4-BE49-F238E27FC236}">
                    <a16:creationId xmlns:a16="http://schemas.microsoft.com/office/drawing/2014/main" id="{B02E83DD-BD53-7B47-A845-B8C7DC6A6943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2" name="Freeform 121">
                <a:extLst>
                  <a:ext uri="{FF2B5EF4-FFF2-40B4-BE49-F238E27FC236}">
                    <a16:creationId xmlns:a16="http://schemas.microsoft.com/office/drawing/2014/main" id="{2DC92133-A32C-A741-B66D-863B3C03BD8D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643D9FE3-9524-3844-AF33-35CA20FC0D76}"/>
              </a:ext>
            </a:extLst>
          </p:cNvPr>
          <p:cNvGrpSpPr/>
          <p:nvPr/>
        </p:nvGrpSpPr>
        <p:grpSpPr>
          <a:xfrm>
            <a:off x="8513567" y="2325615"/>
            <a:ext cx="353678" cy="168275"/>
            <a:chOff x="7493876" y="2774731"/>
            <a:chExt cx="1481958" cy="894622"/>
          </a:xfrm>
        </p:grpSpPr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D4B39EB8-9828-0342-9391-704A2CD03D1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774578F8-9C32-FF4C-94B9-DD296E4639D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E3FFE085-A1E8-8C4A-863C-F297E69E8C5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7" name="Freeform 126">
                <a:extLst>
                  <a:ext uri="{FF2B5EF4-FFF2-40B4-BE49-F238E27FC236}">
                    <a16:creationId xmlns:a16="http://schemas.microsoft.com/office/drawing/2014/main" id="{FF20BBBE-61F6-414F-AB4A-B44CBEECD9A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8" name="Freeform 127">
                <a:extLst>
                  <a:ext uri="{FF2B5EF4-FFF2-40B4-BE49-F238E27FC236}">
                    <a16:creationId xmlns:a16="http://schemas.microsoft.com/office/drawing/2014/main" id="{B2045209-7C1C-F24A-AEE1-071242B149D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9" name="Freeform 128">
                <a:extLst>
                  <a:ext uri="{FF2B5EF4-FFF2-40B4-BE49-F238E27FC236}">
                    <a16:creationId xmlns:a16="http://schemas.microsoft.com/office/drawing/2014/main" id="{1B01ADE3-1B6E-D247-973F-54E2D9B5D15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0" name="Freeform 129">
                <a:extLst>
                  <a:ext uri="{FF2B5EF4-FFF2-40B4-BE49-F238E27FC236}">
                    <a16:creationId xmlns:a16="http://schemas.microsoft.com/office/drawing/2014/main" id="{405D61D6-D043-834E-8866-8619F48CA51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1012F64F-EF7E-5344-A4F3-7EABE2D4F217}"/>
              </a:ext>
            </a:extLst>
          </p:cNvPr>
          <p:cNvGrpSpPr/>
          <p:nvPr/>
        </p:nvGrpSpPr>
        <p:grpSpPr>
          <a:xfrm>
            <a:off x="10957825" y="3114671"/>
            <a:ext cx="170989" cy="97052"/>
            <a:chOff x="7493876" y="2774731"/>
            <a:chExt cx="1481958" cy="894622"/>
          </a:xfrm>
        </p:grpSpPr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8BB13C1F-054D-7941-91CB-76ED796B656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70C6DC31-F653-F446-9B94-60CB67A860A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3F4A7E86-562E-9C48-95BF-2B9D877B537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id="{D80C08FB-4E69-EB4A-BBCA-4E44FB7EEF5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6" name="Freeform 135">
                <a:extLst>
                  <a:ext uri="{FF2B5EF4-FFF2-40B4-BE49-F238E27FC236}">
                    <a16:creationId xmlns:a16="http://schemas.microsoft.com/office/drawing/2014/main" id="{2632F4FB-DFCC-2F4D-B158-2D3743B3F95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7" name="Freeform 136">
                <a:extLst>
                  <a:ext uri="{FF2B5EF4-FFF2-40B4-BE49-F238E27FC236}">
                    <a16:creationId xmlns:a16="http://schemas.microsoft.com/office/drawing/2014/main" id="{E6D5E9E9-B17F-9D4B-B223-9141D3A6888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8" name="Freeform 137">
                <a:extLst>
                  <a:ext uri="{FF2B5EF4-FFF2-40B4-BE49-F238E27FC236}">
                    <a16:creationId xmlns:a16="http://schemas.microsoft.com/office/drawing/2014/main" id="{8D0A12F2-B562-2648-B16A-1D30E22E02A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B4E432F1-1693-8A4E-A460-5802A1AEAD07}"/>
              </a:ext>
            </a:extLst>
          </p:cNvPr>
          <p:cNvGrpSpPr/>
          <p:nvPr/>
        </p:nvGrpSpPr>
        <p:grpSpPr>
          <a:xfrm>
            <a:off x="10484349" y="3009444"/>
            <a:ext cx="353678" cy="198344"/>
            <a:chOff x="7493876" y="2774731"/>
            <a:chExt cx="1481958" cy="894622"/>
          </a:xfrm>
        </p:grpSpPr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5ED14BE6-903D-9940-AC2B-3268B87ADFF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7EFC5165-1B49-B544-B703-D0E9DA908D7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AB1397D1-18DA-5944-8339-897F9A9AD89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3" name="Freeform 142">
                <a:extLst>
                  <a:ext uri="{FF2B5EF4-FFF2-40B4-BE49-F238E27FC236}">
                    <a16:creationId xmlns:a16="http://schemas.microsoft.com/office/drawing/2014/main" id="{D3D45686-63E9-E245-8305-C334F0541E7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4" name="Freeform 143">
                <a:extLst>
                  <a:ext uri="{FF2B5EF4-FFF2-40B4-BE49-F238E27FC236}">
                    <a16:creationId xmlns:a16="http://schemas.microsoft.com/office/drawing/2014/main" id="{3B2FA1D1-BF4F-F947-B3E1-406A420C4F1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5" name="Freeform 144">
                <a:extLst>
                  <a:ext uri="{FF2B5EF4-FFF2-40B4-BE49-F238E27FC236}">
                    <a16:creationId xmlns:a16="http://schemas.microsoft.com/office/drawing/2014/main" id="{2C4C730F-0E5F-9441-B3F0-9FB7DB40363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6" name="Freeform 145">
                <a:extLst>
                  <a:ext uri="{FF2B5EF4-FFF2-40B4-BE49-F238E27FC236}">
                    <a16:creationId xmlns:a16="http://schemas.microsoft.com/office/drawing/2014/main" id="{3C05DC31-C04A-DA4E-BD68-6BCFC14A564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851A2E38-C8F7-5B4D-93A5-130306B471F9}"/>
              </a:ext>
            </a:extLst>
          </p:cNvPr>
          <p:cNvGrpSpPr/>
          <p:nvPr/>
        </p:nvGrpSpPr>
        <p:grpSpPr>
          <a:xfrm>
            <a:off x="10022464" y="1715598"/>
            <a:ext cx="353678" cy="198344"/>
            <a:chOff x="7493876" y="2774731"/>
            <a:chExt cx="1481958" cy="894622"/>
          </a:xfrm>
        </p:grpSpPr>
        <p:sp>
          <p:nvSpPr>
            <p:cNvPr id="148" name="Freeform 147">
              <a:extLst>
                <a:ext uri="{FF2B5EF4-FFF2-40B4-BE49-F238E27FC236}">
                  <a16:creationId xmlns:a16="http://schemas.microsoft.com/office/drawing/2014/main" id="{DE316D8C-B460-B94D-8F8C-D3061831AA7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F1A1A5CB-A709-1F4F-8D50-2C99B35EED9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2C3D1ACE-2ADB-1B4F-B4F6-152F4655CFF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51" name="Freeform 150">
                <a:extLst>
                  <a:ext uri="{FF2B5EF4-FFF2-40B4-BE49-F238E27FC236}">
                    <a16:creationId xmlns:a16="http://schemas.microsoft.com/office/drawing/2014/main" id="{ABA3F008-D35A-3344-AE9B-985B191CD41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2" name="Freeform 151">
                <a:extLst>
                  <a:ext uri="{FF2B5EF4-FFF2-40B4-BE49-F238E27FC236}">
                    <a16:creationId xmlns:a16="http://schemas.microsoft.com/office/drawing/2014/main" id="{9B80981C-5DF8-8A44-871A-76578F68D6F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3" name="Freeform 152">
                <a:extLst>
                  <a:ext uri="{FF2B5EF4-FFF2-40B4-BE49-F238E27FC236}">
                    <a16:creationId xmlns:a16="http://schemas.microsoft.com/office/drawing/2014/main" id="{811450F3-31D3-204D-B370-675D8DEBAA5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4" name="Freeform 153">
                <a:extLst>
                  <a:ext uri="{FF2B5EF4-FFF2-40B4-BE49-F238E27FC236}">
                    <a16:creationId xmlns:a16="http://schemas.microsoft.com/office/drawing/2014/main" id="{B8AF6519-9948-BD4F-9BDE-BF2FE27174E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D553E004-5B76-CE49-82A8-228403BC57E9}"/>
              </a:ext>
            </a:extLst>
          </p:cNvPr>
          <p:cNvGrpSpPr/>
          <p:nvPr/>
        </p:nvGrpSpPr>
        <p:grpSpPr>
          <a:xfrm>
            <a:off x="10600954" y="2126673"/>
            <a:ext cx="353678" cy="198344"/>
            <a:chOff x="7493876" y="2774731"/>
            <a:chExt cx="1481958" cy="894622"/>
          </a:xfrm>
        </p:grpSpPr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80D1B1C3-E533-0648-A8F6-501D4123A9C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3F68FB3F-D92E-ED44-AFF7-CC7359337C2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id="{4166E5B1-FD06-CF4F-BE46-0665B6C4406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59" name="Freeform 158">
                <a:extLst>
                  <a:ext uri="{FF2B5EF4-FFF2-40B4-BE49-F238E27FC236}">
                    <a16:creationId xmlns:a16="http://schemas.microsoft.com/office/drawing/2014/main" id="{6EED667D-92E4-684F-8131-08EE73D7865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0" name="Freeform 159">
                <a:extLst>
                  <a:ext uri="{FF2B5EF4-FFF2-40B4-BE49-F238E27FC236}">
                    <a16:creationId xmlns:a16="http://schemas.microsoft.com/office/drawing/2014/main" id="{173F21E0-20AE-3947-B3A9-DCB066F95BF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1" name="Freeform 160">
                <a:extLst>
                  <a:ext uri="{FF2B5EF4-FFF2-40B4-BE49-F238E27FC236}">
                    <a16:creationId xmlns:a16="http://schemas.microsoft.com/office/drawing/2014/main" id="{90BCAD6D-9742-A743-AF6C-AA4C11DF2F7C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2" name="Freeform 161">
                <a:extLst>
                  <a:ext uri="{FF2B5EF4-FFF2-40B4-BE49-F238E27FC236}">
                    <a16:creationId xmlns:a16="http://schemas.microsoft.com/office/drawing/2014/main" id="{D15CCA2D-FF07-7E49-AFAC-41F608FBA3F1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0BBFA4F2-6DC5-6246-AC0D-A5B6362510CA}"/>
              </a:ext>
            </a:extLst>
          </p:cNvPr>
          <p:cNvGrpSpPr/>
          <p:nvPr/>
        </p:nvGrpSpPr>
        <p:grpSpPr>
          <a:xfrm>
            <a:off x="10717565" y="1621269"/>
            <a:ext cx="353678" cy="198344"/>
            <a:chOff x="7493876" y="2774731"/>
            <a:chExt cx="1481958" cy="894622"/>
          </a:xfrm>
        </p:grpSpPr>
        <p:sp>
          <p:nvSpPr>
            <p:cNvPr id="164" name="Freeform 163">
              <a:extLst>
                <a:ext uri="{FF2B5EF4-FFF2-40B4-BE49-F238E27FC236}">
                  <a16:creationId xmlns:a16="http://schemas.microsoft.com/office/drawing/2014/main" id="{9E6389F9-EE6B-CF41-87B2-6FEC736C1CC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76CEA600-9F29-9443-ADED-51B00EDB37A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5E8A275D-4224-6C4E-8C9F-80FCD44EE50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67" name="Freeform 166">
                <a:extLst>
                  <a:ext uri="{FF2B5EF4-FFF2-40B4-BE49-F238E27FC236}">
                    <a16:creationId xmlns:a16="http://schemas.microsoft.com/office/drawing/2014/main" id="{157952CE-D220-6342-A756-6FC7F0E6826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8" name="Freeform 167">
                <a:extLst>
                  <a:ext uri="{FF2B5EF4-FFF2-40B4-BE49-F238E27FC236}">
                    <a16:creationId xmlns:a16="http://schemas.microsoft.com/office/drawing/2014/main" id="{F1725E00-636B-DF42-935F-85B23C81F9E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9" name="Freeform 168">
                <a:extLst>
                  <a:ext uri="{FF2B5EF4-FFF2-40B4-BE49-F238E27FC236}">
                    <a16:creationId xmlns:a16="http://schemas.microsoft.com/office/drawing/2014/main" id="{9F692ABC-0305-A843-A220-05CFCA15005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0" name="Freeform 169">
                <a:extLst>
                  <a:ext uri="{FF2B5EF4-FFF2-40B4-BE49-F238E27FC236}">
                    <a16:creationId xmlns:a16="http://schemas.microsoft.com/office/drawing/2014/main" id="{4119B6AB-B752-5F42-A59E-D0238D48456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02AC74F3-7F15-D34A-9BA0-F4EC124FA78B}"/>
              </a:ext>
            </a:extLst>
          </p:cNvPr>
          <p:cNvGrpSpPr/>
          <p:nvPr/>
        </p:nvGrpSpPr>
        <p:grpSpPr>
          <a:xfrm>
            <a:off x="10053866" y="2174871"/>
            <a:ext cx="353678" cy="198344"/>
            <a:chOff x="7493876" y="2774731"/>
            <a:chExt cx="1481958" cy="894622"/>
          </a:xfrm>
        </p:grpSpPr>
        <p:sp>
          <p:nvSpPr>
            <p:cNvPr id="172" name="Freeform 171">
              <a:extLst>
                <a:ext uri="{FF2B5EF4-FFF2-40B4-BE49-F238E27FC236}">
                  <a16:creationId xmlns:a16="http://schemas.microsoft.com/office/drawing/2014/main" id="{E16EDB01-D80B-594C-BC98-877D41E0F77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1036E018-AA0D-3B41-B308-80EC3DDB6EE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F792B572-4770-5640-96DE-FC5DD440337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75" name="Freeform 174">
                <a:extLst>
                  <a:ext uri="{FF2B5EF4-FFF2-40B4-BE49-F238E27FC236}">
                    <a16:creationId xmlns:a16="http://schemas.microsoft.com/office/drawing/2014/main" id="{0359911B-E2D4-4540-9EDC-0B97BCDA15DD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6" name="Freeform 175">
                <a:extLst>
                  <a:ext uri="{FF2B5EF4-FFF2-40B4-BE49-F238E27FC236}">
                    <a16:creationId xmlns:a16="http://schemas.microsoft.com/office/drawing/2014/main" id="{0451C2A1-599A-4640-AE3E-2F1FEE23C45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7" name="Freeform 176">
                <a:extLst>
                  <a:ext uri="{FF2B5EF4-FFF2-40B4-BE49-F238E27FC236}">
                    <a16:creationId xmlns:a16="http://schemas.microsoft.com/office/drawing/2014/main" id="{A85EFAFD-85B1-A345-B4E1-4ECEBD8958A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8" name="Freeform 177">
                <a:extLst>
                  <a:ext uri="{FF2B5EF4-FFF2-40B4-BE49-F238E27FC236}">
                    <a16:creationId xmlns:a16="http://schemas.microsoft.com/office/drawing/2014/main" id="{236EF265-EE83-4742-983C-B66B4F28474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2B5330E9-EDFF-0747-B627-EF53456A8B64}"/>
              </a:ext>
            </a:extLst>
          </p:cNvPr>
          <p:cNvGrpSpPr/>
          <p:nvPr/>
        </p:nvGrpSpPr>
        <p:grpSpPr>
          <a:xfrm>
            <a:off x="9570878" y="2907338"/>
            <a:ext cx="367224" cy="240304"/>
            <a:chOff x="7493876" y="2774731"/>
            <a:chExt cx="1481958" cy="894622"/>
          </a:xfrm>
        </p:grpSpPr>
        <p:sp>
          <p:nvSpPr>
            <p:cNvPr id="180" name="Freeform 179">
              <a:extLst>
                <a:ext uri="{FF2B5EF4-FFF2-40B4-BE49-F238E27FC236}">
                  <a16:creationId xmlns:a16="http://schemas.microsoft.com/office/drawing/2014/main" id="{30F39B79-3124-AD4C-8764-BACF02925410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6D3A5C65-5135-3E43-BC9C-26B221D2BD6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D5A79E7B-CEC1-8147-A15D-D6439828808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83" name="Freeform 182">
                <a:extLst>
                  <a:ext uri="{FF2B5EF4-FFF2-40B4-BE49-F238E27FC236}">
                    <a16:creationId xmlns:a16="http://schemas.microsoft.com/office/drawing/2014/main" id="{2BD3E2AF-CDD9-9246-84EF-6B3C998B708D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4" name="Freeform 183">
                <a:extLst>
                  <a:ext uri="{FF2B5EF4-FFF2-40B4-BE49-F238E27FC236}">
                    <a16:creationId xmlns:a16="http://schemas.microsoft.com/office/drawing/2014/main" id="{F3B7C4EC-0B9B-9C4B-8DCA-B05AB189E23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5" name="Freeform 184">
                <a:extLst>
                  <a:ext uri="{FF2B5EF4-FFF2-40B4-BE49-F238E27FC236}">
                    <a16:creationId xmlns:a16="http://schemas.microsoft.com/office/drawing/2014/main" id="{C76B3FF2-DB28-5345-9F37-DA5FB92C60D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6" name="Freeform 185">
                <a:extLst>
                  <a:ext uri="{FF2B5EF4-FFF2-40B4-BE49-F238E27FC236}">
                    <a16:creationId xmlns:a16="http://schemas.microsoft.com/office/drawing/2014/main" id="{ABE65594-F638-E64C-8962-1496FE7877C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00B62598-D40E-DA41-9BA7-786371172FE5}"/>
              </a:ext>
            </a:extLst>
          </p:cNvPr>
          <p:cNvGrpSpPr/>
          <p:nvPr/>
        </p:nvGrpSpPr>
        <p:grpSpPr>
          <a:xfrm>
            <a:off x="10448999" y="3505631"/>
            <a:ext cx="353678" cy="198344"/>
            <a:chOff x="7493876" y="2774731"/>
            <a:chExt cx="1481958" cy="894622"/>
          </a:xfrm>
        </p:grpSpPr>
        <p:sp>
          <p:nvSpPr>
            <p:cNvPr id="188" name="Freeform 187">
              <a:extLst>
                <a:ext uri="{FF2B5EF4-FFF2-40B4-BE49-F238E27FC236}">
                  <a16:creationId xmlns:a16="http://schemas.microsoft.com/office/drawing/2014/main" id="{6021AAD8-BCF9-7A4A-9F26-42F18CC9347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89" name="Oval 188">
              <a:extLst>
                <a:ext uri="{FF2B5EF4-FFF2-40B4-BE49-F238E27FC236}">
                  <a16:creationId xmlns:a16="http://schemas.microsoft.com/office/drawing/2014/main" id="{8F43CCF6-ACD4-5147-B888-B61AD4295720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21651EE2-1E07-B94C-ACE2-BD7C4F4DA18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91" name="Freeform 190">
                <a:extLst>
                  <a:ext uri="{FF2B5EF4-FFF2-40B4-BE49-F238E27FC236}">
                    <a16:creationId xmlns:a16="http://schemas.microsoft.com/office/drawing/2014/main" id="{A13A50ED-8A30-144A-9FCA-F6AF66BABCB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2" name="Freeform 191">
                <a:extLst>
                  <a:ext uri="{FF2B5EF4-FFF2-40B4-BE49-F238E27FC236}">
                    <a16:creationId xmlns:a16="http://schemas.microsoft.com/office/drawing/2014/main" id="{EFDF9400-03D5-6C49-A330-85A392376C0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3" name="Freeform 192">
                <a:extLst>
                  <a:ext uri="{FF2B5EF4-FFF2-40B4-BE49-F238E27FC236}">
                    <a16:creationId xmlns:a16="http://schemas.microsoft.com/office/drawing/2014/main" id="{F8DAD1FD-BE68-2948-B3F0-3E991157150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4" name="Freeform 193">
                <a:extLst>
                  <a:ext uri="{FF2B5EF4-FFF2-40B4-BE49-F238E27FC236}">
                    <a16:creationId xmlns:a16="http://schemas.microsoft.com/office/drawing/2014/main" id="{518751B6-2900-7045-AAFF-75CBB79B60C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2AEAE14E-5721-E24F-A796-AF18CA4785D5}"/>
              </a:ext>
            </a:extLst>
          </p:cNvPr>
          <p:cNvGrpSpPr/>
          <p:nvPr/>
        </p:nvGrpSpPr>
        <p:grpSpPr>
          <a:xfrm>
            <a:off x="10999722" y="3882431"/>
            <a:ext cx="228295" cy="120400"/>
            <a:chOff x="7493876" y="2774731"/>
            <a:chExt cx="1481958" cy="894622"/>
          </a:xfrm>
        </p:grpSpPr>
        <p:sp>
          <p:nvSpPr>
            <p:cNvPr id="196" name="Freeform 195">
              <a:extLst>
                <a:ext uri="{FF2B5EF4-FFF2-40B4-BE49-F238E27FC236}">
                  <a16:creationId xmlns:a16="http://schemas.microsoft.com/office/drawing/2014/main" id="{CAA55824-11B1-CA4B-8903-9B33C1A7C22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35F1BF45-FD77-9C4F-8E5D-A169B6235F9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98" name="Group 197">
              <a:extLst>
                <a:ext uri="{FF2B5EF4-FFF2-40B4-BE49-F238E27FC236}">
                  <a16:creationId xmlns:a16="http://schemas.microsoft.com/office/drawing/2014/main" id="{CDC55E1F-BD25-644E-9AB3-7B5B06FF020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99" name="Freeform 198">
                <a:extLst>
                  <a:ext uri="{FF2B5EF4-FFF2-40B4-BE49-F238E27FC236}">
                    <a16:creationId xmlns:a16="http://schemas.microsoft.com/office/drawing/2014/main" id="{9BF3F54D-9319-774D-BA3B-607814A7F83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0" name="Freeform 199">
                <a:extLst>
                  <a:ext uri="{FF2B5EF4-FFF2-40B4-BE49-F238E27FC236}">
                    <a16:creationId xmlns:a16="http://schemas.microsoft.com/office/drawing/2014/main" id="{4A4416B5-2DDC-4445-805F-E643A06EA19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1" name="Freeform 200">
                <a:extLst>
                  <a:ext uri="{FF2B5EF4-FFF2-40B4-BE49-F238E27FC236}">
                    <a16:creationId xmlns:a16="http://schemas.microsoft.com/office/drawing/2014/main" id="{578E2B14-D4B8-2F48-8C26-3403D3443A2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2" name="Freeform 201">
                <a:extLst>
                  <a:ext uri="{FF2B5EF4-FFF2-40B4-BE49-F238E27FC236}">
                    <a16:creationId xmlns:a16="http://schemas.microsoft.com/office/drawing/2014/main" id="{19A4FCB0-5196-9544-9A9C-65D60E598CFD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F66312FF-6592-084B-9F5B-06957DADD349}"/>
              </a:ext>
            </a:extLst>
          </p:cNvPr>
          <p:cNvGrpSpPr/>
          <p:nvPr/>
        </p:nvGrpSpPr>
        <p:grpSpPr>
          <a:xfrm>
            <a:off x="7512814" y="1869919"/>
            <a:ext cx="534987" cy="407988"/>
            <a:chOff x="7432700" y="2327293"/>
            <a:chExt cx="534987" cy="407988"/>
          </a:xfrm>
        </p:grpSpPr>
        <p:pic>
          <p:nvPicPr>
            <p:cNvPr id="204" name="Picture 1017" descr="antenna_stylized">
              <a:extLst>
                <a:ext uri="{FF2B5EF4-FFF2-40B4-BE49-F238E27FC236}">
                  <a16:creationId xmlns:a16="http://schemas.microsoft.com/office/drawing/2014/main" id="{0D4A2309-AAED-2C48-A418-D03CB0001F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" name="Picture 1018" descr="laptop_keyboard">
              <a:extLst>
                <a:ext uri="{FF2B5EF4-FFF2-40B4-BE49-F238E27FC236}">
                  <a16:creationId xmlns:a16="http://schemas.microsoft.com/office/drawing/2014/main" id="{46CD79A2-426F-8F45-92D1-0968B698AC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6" name="Freeform 1019">
              <a:extLst>
                <a:ext uri="{FF2B5EF4-FFF2-40B4-BE49-F238E27FC236}">
                  <a16:creationId xmlns:a16="http://schemas.microsoft.com/office/drawing/2014/main" id="{35B7582C-3157-594E-9B4D-8B43466950E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07" name="Picture 1020" descr="screen">
              <a:extLst>
                <a:ext uri="{FF2B5EF4-FFF2-40B4-BE49-F238E27FC236}">
                  <a16:creationId xmlns:a16="http://schemas.microsoft.com/office/drawing/2014/main" id="{70049DA6-6492-2A45-AD5C-2D64A84365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8" name="Freeform 1021">
              <a:extLst>
                <a:ext uri="{FF2B5EF4-FFF2-40B4-BE49-F238E27FC236}">
                  <a16:creationId xmlns:a16="http://schemas.microsoft.com/office/drawing/2014/main" id="{3B28293C-D483-A943-9B11-E29DBBA5B90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9" name="Freeform 1022">
              <a:extLst>
                <a:ext uri="{FF2B5EF4-FFF2-40B4-BE49-F238E27FC236}">
                  <a16:creationId xmlns:a16="http://schemas.microsoft.com/office/drawing/2014/main" id="{861B393C-154B-8D45-8CF1-3817B8627E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0" name="Freeform 1023">
              <a:extLst>
                <a:ext uri="{FF2B5EF4-FFF2-40B4-BE49-F238E27FC236}">
                  <a16:creationId xmlns:a16="http://schemas.microsoft.com/office/drawing/2014/main" id="{0B63C9C2-674C-D944-8A4D-2C82246561E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1" name="Freeform 1024">
              <a:extLst>
                <a:ext uri="{FF2B5EF4-FFF2-40B4-BE49-F238E27FC236}">
                  <a16:creationId xmlns:a16="http://schemas.microsoft.com/office/drawing/2014/main" id="{A2F9EB18-B241-7741-A387-8AD6E2A5FF65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2" name="Freeform 1025">
              <a:extLst>
                <a:ext uri="{FF2B5EF4-FFF2-40B4-BE49-F238E27FC236}">
                  <a16:creationId xmlns:a16="http://schemas.microsoft.com/office/drawing/2014/main" id="{A5AFAB36-089A-F246-ADED-53137F1702D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3" name="Freeform 1026">
              <a:extLst>
                <a:ext uri="{FF2B5EF4-FFF2-40B4-BE49-F238E27FC236}">
                  <a16:creationId xmlns:a16="http://schemas.microsoft.com/office/drawing/2014/main" id="{FF109530-217D-9D4E-81DB-6B3046B18EF4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14" name="Group 1027">
              <a:extLst>
                <a:ext uri="{FF2B5EF4-FFF2-40B4-BE49-F238E27FC236}">
                  <a16:creationId xmlns:a16="http://schemas.microsoft.com/office/drawing/2014/main" id="{B4933AB6-F567-0B4F-98D5-E7B82E998A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221" name="Freeform 1028">
                <a:extLst>
                  <a:ext uri="{FF2B5EF4-FFF2-40B4-BE49-F238E27FC236}">
                    <a16:creationId xmlns:a16="http://schemas.microsoft.com/office/drawing/2014/main" id="{FEB5A1CA-C662-AC42-906E-42FEA80102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2" name="Freeform 1029">
                <a:extLst>
                  <a:ext uri="{FF2B5EF4-FFF2-40B4-BE49-F238E27FC236}">
                    <a16:creationId xmlns:a16="http://schemas.microsoft.com/office/drawing/2014/main" id="{F73B18BC-3775-124A-ABC7-7178BA6868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3" name="Freeform 1030">
                <a:extLst>
                  <a:ext uri="{FF2B5EF4-FFF2-40B4-BE49-F238E27FC236}">
                    <a16:creationId xmlns:a16="http://schemas.microsoft.com/office/drawing/2014/main" id="{B0CC40EF-A30F-FB4A-A013-445912460E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4" name="Freeform 1031">
                <a:extLst>
                  <a:ext uri="{FF2B5EF4-FFF2-40B4-BE49-F238E27FC236}">
                    <a16:creationId xmlns:a16="http://schemas.microsoft.com/office/drawing/2014/main" id="{695C34A3-04D7-8544-8C39-0FBEB205F3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5" name="Freeform 1032">
                <a:extLst>
                  <a:ext uri="{FF2B5EF4-FFF2-40B4-BE49-F238E27FC236}">
                    <a16:creationId xmlns:a16="http://schemas.microsoft.com/office/drawing/2014/main" id="{83AE7D29-720B-854B-B4F9-BC9FBE8B89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6" name="Freeform 1033">
                <a:extLst>
                  <a:ext uri="{FF2B5EF4-FFF2-40B4-BE49-F238E27FC236}">
                    <a16:creationId xmlns:a16="http://schemas.microsoft.com/office/drawing/2014/main" id="{404B1EF4-0053-644A-AAF0-66FB16735A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15" name="Freeform 1034">
              <a:extLst>
                <a:ext uri="{FF2B5EF4-FFF2-40B4-BE49-F238E27FC236}">
                  <a16:creationId xmlns:a16="http://schemas.microsoft.com/office/drawing/2014/main" id="{7F7F78D2-EE09-EF4B-BE89-EC511B47A1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6" name="Freeform 1035">
              <a:extLst>
                <a:ext uri="{FF2B5EF4-FFF2-40B4-BE49-F238E27FC236}">
                  <a16:creationId xmlns:a16="http://schemas.microsoft.com/office/drawing/2014/main" id="{6ED22B39-55F8-254F-B260-10B9358A159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7" name="Freeform 1036">
              <a:extLst>
                <a:ext uri="{FF2B5EF4-FFF2-40B4-BE49-F238E27FC236}">
                  <a16:creationId xmlns:a16="http://schemas.microsoft.com/office/drawing/2014/main" id="{519FDAB7-8F2B-D540-87B8-EBC39983723D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8" name="Freeform 1037">
              <a:extLst>
                <a:ext uri="{FF2B5EF4-FFF2-40B4-BE49-F238E27FC236}">
                  <a16:creationId xmlns:a16="http://schemas.microsoft.com/office/drawing/2014/main" id="{0FDDEC0B-D787-B543-B9C8-713981CB2B81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9" name="Freeform 1038">
              <a:extLst>
                <a:ext uri="{FF2B5EF4-FFF2-40B4-BE49-F238E27FC236}">
                  <a16:creationId xmlns:a16="http://schemas.microsoft.com/office/drawing/2014/main" id="{9ED25421-8538-254C-93C7-149B971AD72A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0" name="Freeform 1039">
              <a:extLst>
                <a:ext uri="{FF2B5EF4-FFF2-40B4-BE49-F238E27FC236}">
                  <a16:creationId xmlns:a16="http://schemas.microsoft.com/office/drawing/2014/main" id="{539798D0-719C-DD47-AE49-D9B557B94FC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C9E92DFA-701B-E444-963E-738F29287753}"/>
              </a:ext>
            </a:extLst>
          </p:cNvPr>
          <p:cNvGrpSpPr/>
          <p:nvPr/>
        </p:nvGrpSpPr>
        <p:grpSpPr>
          <a:xfrm>
            <a:off x="8711521" y="1833033"/>
            <a:ext cx="530702" cy="478009"/>
            <a:chOff x="8631407" y="2290407"/>
            <a:chExt cx="530702" cy="478009"/>
          </a:xfrm>
        </p:grpSpPr>
        <p:pic>
          <p:nvPicPr>
            <p:cNvPr id="228" name="Picture 568" descr="light2.png">
              <a:extLst>
                <a:ext uri="{FF2B5EF4-FFF2-40B4-BE49-F238E27FC236}">
                  <a16:creationId xmlns:a16="http://schemas.microsoft.com/office/drawing/2014/main" id="{FC493893-8A11-354F-BABD-C11607E82D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9" name="Picture 1017" descr="antenna_stylized">
              <a:extLst>
                <a:ext uri="{FF2B5EF4-FFF2-40B4-BE49-F238E27FC236}">
                  <a16:creationId xmlns:a16="http://schemas.microsoft.com/office/drawing/2014/main" id="{58F4A529-12FB-E644-9930-FD20F449E6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69382BE4-EA07-E549-B2F9-9FD19BF88E60}"/>
              </a:ext>
            </a:extLst>
          </p:cNvPr>
          <p:cNvGrpSpPr/>
          <p:nvPr/>
        </p:nvGrpSpPr>
        <p:grpSpPr>
          <a:xfrm>
            <a:off x="8573279" y="1572430"/>
            <a:ext cx="849312" cy="226109"/>
            <a:chOff x="8493165" y="2029804"/>
            <a:chExt cx="849312" cy="226109"/>
          </a:xfrm>
        </p:grpSpPr>
        <p:pic>
          <p:nvPicPr>
            <p:cNvPr id="231" name="Picture 603" descr="car_icon_small">
              <a:extLst>
                <a:ext uri="{FF2B5EF4-FFF2-40B4-BE49-F238E27FC236}">
                  <a16:creationId xmlns:a16="http://schemas.microsoft.com/office/drawing/2014/main" id="{3367712F-9E5F-1447-9EEE-B0A9252E5B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2" name="Picture 1017" descr="antenna_stylized">
              <a:extLst>
                <a:ext uri="{FF2B5EF4-FFF2-40B4-BE49-F238E27FC236}">
                  <a16:creationId xmlns:a16="http://schemas.microsoft.com/office/drawing/2014/main" id="{7BB610B1-0C85-3845-80DE-4F600834EE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3338FA73-5831-8048-9F9F-83E195D5716B}"/>
              </a:ext>
            </a:extLst>
          </p:cNvPr>
          <p:cNvGrpSpPr/>
          <p:nvPr/>
        </p:nvGrpSpPr>
        <p:grpSpPr>
          <a:xfrm>
            <a:off x="7567258" y="2838730"/>
            <a:ext cx="857739" cy="583764"/>
            <a:chOff x="7487144" y="3296104"/>
            <a:chExt cx="857739" cy="583764"/>
          </a:xfrm>
        </p:grpSpPr>
        <p:grpSp>
          <p:nvGrpSpPr>
            <p:cNvPr id="234" name="Group 233">
              <a:extLst>
                <a:ext uri="{FF2B5EF4-FFF2-40B4-BE49-F238E27FC236}">
                  <a16:creationId xmlns:a16="http://schemas.microsoft.com/office/drawing/2014/main" id="{4D04C3AF-A6A0-3543-9CEC-C36594B3C98A}"/>
                </a:ext>
              </a:extLst>
            </p:cNvPr>
            <p:cNvGrpSpPr/>
            <p:nvPr/>
          </p:nvGrpSpPr>
          <p:grpSpPr>
            <a:xfrm>
              <a:off x="7487144" y="3389820"/>
              <a:ext cx="350807" cy="305517"/>
              <a:chOff x="7487144" y="3389820"/>
              <a:chExt cx="350807" cy="305517"/>
            </a:xfrm>
          </p:grpSpPr>
          <p:pic>
            <p:nvPicPr>
              <p:cNvPr id="241" name="Picture 1115" descr="antenna_stylized">
                <a:extLst>
                  <a:ext uri="{FF2B5EF4-FFF2-40B4-BE49-F238E27FC236}">
                    <a16:creationId xmlns:a16="http://schemas.microsoft.com/office/drawing/2014/main" id="{3A4BE67F-53F2-2249-9275-9C6A0F0AB04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42" name="Picture 1116" descr="laptop_keyboard">
                <a:extLst>
                  <a:ext uri="{FF2B5EF4-FFF2-40B4-BE49-F238E27FC236}">
                    <a16:creationId xmlns:a16="http://schemas.microsoft.com/office/drawing/2014/main" id="{3032FEAB-62CC-D44F-B823-94A6C314666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3" name="Freeform 1117">
                <a:extLst>
                  <a:ext uri="{FF2B5EF4-FFF2-40B4-BE49-F238E27FC236}">
                    <a16:creationId xmlns:a16="http://schemas.microsoft.com/office/drawing/2014/main" id="{FE755B2B-D563-7C44-97D1-A76981535F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9014" y="3459979"/>
                <a:ext cx="230764" cy="155883"/>
              </a:xfrm>
              <a:custGeom>
                <a:avLst/>
                <a:gdLst>
                  <a:gd name="T0" fmla="*/ 143665061 w 2982"/>
                  <a:gd name="T1" fmla="*/ 0 h 2442"/>
                  <a:gd name="T2" fmla="*/ 0 w 2982"/>
                  <a:gd name="T3" fmla="*/ 66329557 h 2442"/>
                  <a:gd name="T4" fmla="*/ 573719931 w 2982"/>
                  <a:gd name="T5" fmla="*/ 82975142 h 2442"/>
                  <a:gd name="T6" fmla="*/ 717384993 w 2982"/>
                  <a:gd name="T7" fmla="*/ 16645585 h 2442"/>
                  <a:gd name="T8" fmla="*/ 14366506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244" name="Picture 1118" descr="screen">
                <a:extLst>
                  <a:ext uri="{FF2B5EF4-FFF2-40B4-BE49-F238E27FC236}">
                    <a16:creationId xmlns:a16="http://schemas.microsoft.com/office/drawing/2014/main" id="{051B193A-BCF4-3E49-9934-81C4B74B1F4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5" name="Freeform 1119">
                <a:extLst>
                  <a:ext uri="{FF2B5EF4-FFF2-40B4-BE49-F238E27FC236}">
                    <a16:creationId xmlns:a16="http://schemas.microsoft.com/office/drawing/2014/main" id="{818E62C1-0069-EA49-9CF8-45B2D1232F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41029" y="3455381"/>
                <a:ext cx="195517" cy="29007"/>
              </a:xfrm>
              <a:custGeom>
                <a:avLst/>
                <a:gdLst>
                  <a:gd name="T0" fmla="*/ 35620212 w 2528"/>
                  <a:gd name="T1" fmla="*/ 0 h 455"/>
                  <a:gd name="T2" fmla="*/ 608343257 w 2528"/>
                  <a:gd name="T3" fmla="*/ 16582250 h 455"/>
                  <a:gd name="T4" fmla="*/ 572256449 w 2528"/>
                  <a:gd name="T5" fmla="*/ 16582250 h 455"/>
                  <a:gd name="T6" fmla="*/ 0 w 2528"/>
                  <a:gd name="T7" fmla="*/ 16582250 h 455"/>
                  <a:gd name="T8" fmla="*/ 35620212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6" name="Freeform 1120">
                <a:extLst>
                  <a:ext uri="{FF2B5EF4-FFF2-40B4-BE49-F238E27FC236}">
                    <a16:creationId xmlns:a16="http://schemas.microsoft.com/office/drawing/2014/main" id="{84CA5961-4DB4-0D43-B026-C4E984CBEF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971" y="3455145"/>
                <a:ext cx="54275" cy="120745"/>
              </a:xfrm>
              <a:custGeom>
                <a:avLst/>
                <a:gdLst>
                  <a:gd name="T0" fmla="*/ 142804406 w 702"/>
                  <a:gd name="T1" fmla="*/ 0 h 1893"/>
                  <a:gd name="T2" fmla="*/ 0 w 702"/>
                  <a:gd name="T3" fmla="*/ 66174575 h 1893"/>
                  <a:gd name="T4" fmla="*/ 35584530 w 702"/>
                  <a:gd name="T5" fmla="*/ 66174575 h 1893"/>
                  <a:gd name="T6" fmla="*/ 178855222 w 702"/>
                  <a:gd name="T7" fmla="*/ 16607700 h 1893"/>
                  <a:gd name="T8" fmla="*/ 142804406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7" name="Freeform 1121">
                <a:extLst>
                  <a:ext uri="{FF2B5EF4-FFF2-40B4-BE49-F238E27FC236}">
                    <a16:creationId xmlns:a16="http://schemas.microsoft.com/office/drawing/2014/main" id="{E5A969C6-2875-2548-A4E6-D224F70A9F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76652" y="3476723"/>
                <a:ext cx="58489" cy="139375"/>
              </a:xfrm>
              <a:custGeom>
                <a:avLst/>
                <a:gdLst>
                  <a:gd name="T0" fmla="*/ 179213623 w 756"/>
                  <a:gd name="T1" fmla="*/ 0 h 2184"/>
                  <a:gd name="T2" fmla="*/ 35656008 w 756"/>
                  <a:gd name="T3" fmla="*/ 82904513 h 2184"/>
                  <a:gd name="T4" fmla="*/ 0 w 756"/>
                  <a:gd name="T5" fmla="*/ 82904513 h 2184"/>
                  <a:gd name="T6" fmla="*/ 143090785 w 756"/>
                  <a:gd name="T7" fmla="*/ 16632211 h 2184"/>
                  <a:gd name="T8" fmla="*/ 179213623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8" name="Freeform 1122">
                <a:extLst>
                  <a:ext uri="{FF2B5EF4-FFF2-40B4-BE49-F238E27FC236}">
                    <a16:creationId xmlns:a16="http://schemas.microsoft.com/office/drawing/2014/main" id="{8BC05D01-8EEF-1A49-B84C-FB100CCF5F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332" y="3569758"/>
                <a:ext cx="214545" cy="47048"/>
              </a:xfrm>
              <a:custGeom>
                <a:avLst/>
                <a:gdLst>
                  <a:gd name="T0" fmla="*/ 35658648 w 2773"/>
                  <a:gd name="T1" fmla="*/ 0 h 738"/>
                  <a:gd name="T2" fmla="*/ 0 w 2773"/>
                  <a:gd name="T3" fmla="*/ 16581742 h 738"/>
                  <a:gd name="T4" fmla="*/ 573357470 w 2773"/>
                  <a:gd name="T5" fmla="*/ 33163485 h 738"/>
                  <a:gd name="T6" fmla="*/ 573357470 w 2773"/>
                  <a:gd name="T7" fmla="*/ 16581742 h 738"/>
                  <a:gd name="T8" fmla="*/ 35658648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9" name="Freeform 1123">
                <a:extLst>
                  <a:ext uri="{FF2B5EF4-FFF2-40B4-BE49-F238E27FC236}">
                    <a16:creationId xmlns:a16="http://schemas.microsoft.com/office/drawing/2014/main" id="{C6EECD85-C1CC-2844-A1D5-17790C2760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83165" y="3477902"/>
                <a:ext cx="54786" cy="139965"/>
              </a:xfrm>
              <a:custGeom>
                <a:avLst/>
                <a:gdLst>
                  <a:gd name="T0" fmla="*/ 656550006 w 637"/>
                  <a:gd name="T1" fmla="*/ 0 h 1659"/>
                  <a:gd name="T2" fmla="*/ 656550006 w 637"/>
                  <a:gd name="T3" fmla="*/ 0 h 1659"/>
                  <a:gd name="T4" fmla="*/ 54716163 w 637"/>
                  <a:gd name="T5" fmla="*/ 2147483646 h 1659"/>
                  <a:gd name="T6" fmla="*/ 0 w 637"/>
                  <a:gd name="T7" fmla="*/ 2147483646 h 1659"/>
                  <a:gd name="T8" fmla="*/ 656550006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0" name="Freeform 1124">
                <a:extLst>
                  <a:ext uri="{FF2B5EF4-FFF2-40B4-BE49-F238E27FC236}">
                    <a16:creationId xmlns:a16="http://schemas.microsoft.com/office/drawing/2014/main" id="{F6382FF0-3401-074E-B47F-7092DF234B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588" y="3576007"/>
                <a:ext cx="190792" cy="46458"/>
              </a:xfrm>
              <a:custGeom>
                <a:avLst/>
                <a:gdLst>
                  <a:gd name="T0" fmla="*/ 0 w 2216"/>
                  <a:gd name="T1" fmla="*/ 0 h 550"/>
                  <a:gd name="T2" fmla="*/ 54884212 w 2216"/>
                  <a:gd name="T3" fmla="*/ 101852492 h 550"/>
                  <a:gd name="T4" fmla="*/ 2147483646 w 2216"/>
                  <a:gd name="T5" fmla="*/ 1017940055 h 550"/>
                  <a:gd name="T6" fmla="*/ 2147483646 w 2216"/>
                  <a:gd name="T7" fmla="*/ 865464562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51" name="Group 1125">
                <a:extLst>
                  <a:ext uri="{FF2B5EF4-FFF2-40B4-BE49-F238E27FC236}">
                    <a16:creationId xmlns:a16="http://schemas.microsoft.com/office/drawing/2014/main" id="{E6D4326D-E697-EA48-8350-11193493604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258" name="Freeform 1126">
                  <a:extLst>
                    <a:ext uri="{FF2B5EF4-FFF2-40B4-BE49-F238E27FC236}">
                      <a16:creationId xmlns:a16="http://schemas.microsoft.com/office/drawing/2014/main" id="{CEA1DD05-B803-9149-AF2B-DB01453207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59" name="Freeform 1127">
                  <a:extLst>
                    <a:ext uri="{FF2B5EF4-FFF2-40B4-BE49-F238E27FC236}">
                      <a16:creationId xmlns:a16="http://schemas.microsoft.com/office/drawing/2014/main" id="{F8B395FE-C4ED-884D-BFD7-F2220E45606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0" name="Freeform 1128">
                  <a:extLst>
                    <a:ext uri="{FF2B5EF4-FFF2-40B4-BE49-F238E27FC236}">
                      <a16:creationId xmlns:a16="http://schemas.microsoft.com/office/drawing/2014/main" id="{9FD2580F-A3F6-F947-9B0C-25EC879AFC9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1" name="Freeform 1129">
                  <a:extLst>
                    <a:ext uri="{FF2B5EF4-FFF2-40B4-BE49-F238E27FC236}">
                      <a16:creationId xmlns:a16="http://schemas.microsoft.com/office/drawing/2014/main" id="{46294FED-2DBE-0B42-9E0D-59575DF518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2" name="Freeform 1130">
                  <a:extLst>
                    <a:ext uri="{FF2B5EF4-FFF2-40B4-BE49-F238E27FC236}">
                      <a16:creationId xmlns:a16="http://schemas.microsoft.com/office/drawing/2014/main" id="{B4090839-1A64-1D44-AC50-B3691212F29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3" name="Freeform 1131">
                  <a:extLst>
                    <a:ext uri="{FF2B5EF4-FFF2-40B4-BE49-F238E27FC236}">
                      <a16:creationId xmlns:a16="http://schemas.microsoft.com/office/drawing/2014/main" id="{3075A43B-D07B-0840-9FBC-ED066A735E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52" name="Freeform 1132">
                <a:extLst>
                  <a:ext uri="{FF2B5EF4-FFF2-40B4-BE49-F238E27FC236}">
                    <a16:creationId xmlns:a16="http://schemas.microsoft.com/office/drawing/2014/main" id="{02E935B0-131B-B748-90DC-BF9EAF226B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04243" y="3629776"/>
                <a:ext cx="78411" cy="60608"/>
              </a:xfrm>
              <a:custGeom>
                <a:avLst/>
                <a:gdLst>
                  <a:gd name="T0" fmla="*/ 39250883 w 990"/>
                  <a:gd name="T1" fmla="*/ 342828616 h 792"/>
                  <a:gd name="T2" fmla="*/ 354255671 w 990"/>
                  <a:gd name="T3" fmla="*/ 0 h 792"/>
                  <a:gd name="T4" fmla="*/ 354255671 w 990"/>
                  <a:gd name="T5" fmla="*/ 34504242 h 792"/>
                  <a:gd name="T6" fmla="*/ 0 w 990"/>
                  <a:gd name="T7" fmla="*/ 342828616 h 792"/>
                  <a:gd name="T8" fmla="*/ 39250883 w 990"/>
                  <a:gd name="T9" fmla="*/ 342828616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3" name="Freeform 1133">
                <a:extLst>
                  <a:ext uri="{FF2B5EF4-FFF2-40B4-BE49-F238E27FC236}">
                    <a16:creationId xmlns:a16="http://schemas.microsoft.com/office/drawing/2014/main" id="{1E123A3E-CC3F-5C47-B1F2-2171D77F69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129" y="3634611"/>
                <a:ext cx="200625" cy="55302"/>
              </a:xfrm>
              <a:custGeom>
                <a:avLst/>
                <a:gdLst>
                  <a:gd name="T0" fmla="*/ 39302216 w 2532"/>
                  <a:gd name="T1" fmla="*/ 0 h 723"/>
                  <a:gd name="T2" fmla="*/ 39302216 w 2532"/>
                  <a:gd name="T3" fmla="*/ 0 h 723"/>
                  <a:gd name="T4" fmla="*/ 867084690 w 2532"/>
                  <a:gd name="T5" fmla="*/ 307891170 h 723"/>
                  <a:gd name="T6" fmla="*/ 867084690 w 2532"/>
                  <a:gd name="T7" fmla="*/ 342351506 h 723"/>
                  <a:gd name="T8" fmla="*/ 0 w 2532"/>
                  <a:gd name="T9" fmla="*/ 34009889 h 723"/>
                  <a:gd name="T10" fmla="*/ 39302216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4" name="Freeform 1134">
                <a:extLst>
                  <a:ext uri="{FF2B5EF4-FFF2-40B4-BE49-F238E27FC236}">
                    <a16:creationId xmlns:a16="http://schemas.microsoft.com/office/drawing/2014/main" id="{AECD52AE-3551-654E-880E-D3640BE646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257" y="3624470"/>
                <a:ext cx="2171" cy="11202"/>
              </a:xfrm>
              <a:custGeom>
                <a:avLst/>
                <a:gdLst>
                  <a:gd name="T0" fmla="*/ 48903362 w 26"/>
                  <a:gd name="T1" fmla="*/ 33634500 h 147"/>
                  <a:gd name="T2" fmla="*/ 48903362 w 26"/>
                  <a:gd name="T3" fmla="*/ 67263209 h 147"/>
                  <a:gd name="T4" fmla="*/ 0 w 26"/>
                  <a:gd name="T5" fmla="*/ 67263209 h 147"/>
                  <a:gd name="T6" fmla="*/ 48903362 w 26"/>
                  <a:gd name="T7" fmla="*/ 0 h 147"/>
                  <a:gd name="T8" fmla="*/ 48903362 w 26"/>
                  <a:gd name="T9" fmla="*/ 33634500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5" name="Freeform 1135">
                <a:extLst>
                  <a:ext uri="{FF2B5EF4-FFF2-40B4-BE49-F238E27FC236}">
                    <a16:creationId xmlns:a16="http://schemas.microsoft.com/office/drawing/2014/main" id="{512F9E97-47EA-8542-92DD-7DE8CE7E8D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384" y="3578837"/>
                <a:ext cx="93225" cy="46340"/>
              </a:xfrm>
              <a:custGeom>
                <a:avLst/>
                <a:gdLst>
                  <a:gd name="T0" fmla="*/ 395043791 w 1176"/>
                  <a:gd name="T1" fmla="*/ 0 h 606"/>
                  <a:gd name="T2" fmla="*/ 0 w 1176"/>
                  <a:gd name="T3" fmla="*/ 273654982 h 606"/>
                  <a:gd name="T4" fmla="*/ 39357994 w 1176"/>
                  <a:gd name="T5" fmla="*/ 273654982 h 606"/>
                  <a:gd name="T6" fmla="*/ 395043791 w 1176"/>
                  <a:gd name="T7" fmla="*/ 33985420 h 606"/>
                  <a:gd name="T8" fmla="*/ 39504379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6" name="Freeform 1136">
                <a:extLst>
                  <a:ext uri="{FF2B5EF4-FFF2-40B4-BE49-F238E27FC236}">
                    <a16:creationId xmlns:a16="http://schemas.microsoft.com/office/drawing/2014/main" id="{A1F34E8B-7018-7048-B4A5-23A7F6E4F6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10642" y="3626829"/>
                <a:ext cx="190281" cy="53180"/>
              </a:xfrm>
              <a:custGeom>
                <a:avLst/>
                <a:gdLst>
                  <a:gd name="T0" fmla="*/ 31829833 w 2532"/>
                  <a:gd name="T1" fmla="*/ 0 h 723"/>
                  <a:gd name="T2" fmla="*/ 31829833 w 2532"/>
                  <a:gd name="T3" fmla="*/ 0 h 723"/>
                  <a:gd name="T4" fmla="*/ 382827787 w 2532"/>
                  <a:gd name="T5" fmla="*/ 175498781 h 723"/>
                  <a:gd name="T6" fmla="*/ 382827787 w 2532"/>
                  <a:gd name="T7" fmla="*/ 175498781 h 723"/>
                  <a:gd name="T8" fmla="*/ 0 w 2532"/>
                  <a:gd name="T9" fmla="*/ 29448186 h 723"/>
                  <a:gd name="T10" fmla="*/ 31829833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7" name="Freeform 1137">
                <a:extLst>
                  <a:ext uri="{FF2B5EF4-FFF2-40B4-BE49-F238E27FC236}">
                    <a16:creationId xmlns:a16="http://schemas.microsoft.com/office/drawing/2014/main" id="{6D462AFA-A931-3147-A9B9-EF6BBBA6F28F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7700668" y="3623055"/>
                <a:ext cx="77645" cy="55066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302641137 h 723"/>
                  <a:gd name="T6" fmla="*/ 0 w 2532"/>
                  <a:gd name="T7" fmla="*/ 302641137 h 723"/>
                  <a:gd name="T8" fmla="*/ 0 w 2532"/>
                  <a:gd name="T9" fmla="*/ 33575256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35" name="Group 1139">
              <a:extLst>
                <a:ext uri="{FF2B5EF4-FFF2-40B4-BE49-F238E27FC236}">
                  <a16:creationId xmlns:a16="http://schemas.microsoft.com/office/drawing/2014/main" id="{A492659A-25BB-7D42-8237-FFD058C1C230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id="239" name="Picture 1140" descr="desktop_computer_stylized_medium">
                <a:extLst>
                  <a:ext uri="{FF2B5EF4-FFF2-40B4-BE49-F238E27FC236}">
                    <a16:creationId xmlns:a16="http://schemas.microsoft.com/office/drawing/2014/main" id="{C3134BA7-C49F-3D41-A8CD-0BF47D59120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0" name="Freeform 1141">
                <a:extLst>
                  <a:ext uri="{FF2B5EF4-FFF2-40B4-BE49-F238E27FC236}">
                    <a16:creationId xmlns:a16="http://schemas.microsoft.com/office/drawing/2014/main" id="{0EE3BC06-EEFD-BE47-9337-BCCD121AA7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36" name="Group 235">
              <a:extLst>
                <a:ext uri="{FF2B5EF4-FFF2-40B4-BE49-F238E27FC236}">
                  <a16:creationId xmlns:a16="http://schemas.microsoft.com/office/drawing/2014/main" id="{6E129665-47CD-9244-84D3-9833306DF6CF}"/>
                </a:ext>
              </a:extLst>
            </p:cNvPr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id="237" name="Picture 571" descr="fridge2.png">
                <a:extLst>
                  <a:ext uri="{FF2B5EF4-FFF2-40B4-BE49-F238E27FC236}">
                    <a16:creationId xmlns:a16="http://schemas.microsoft.com/office/drawing/2014/main" id="{D6D74BC7-4624-6B47-8BE9-FC2448DEB7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38" name="Picture 1115" descr="antenna_stylized">
                <a:extLst>
                  <a:ext uri="{FF2B5EF4-FFF2-40B4-BE49-F238E27FC236}">
                    <a16:creationId xmlns:a16="http://schemas.microsoft.com/office/drawing/2014/main" id="{A2DE5E73-D910-E245-A581-C8152428D7A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0A5A480A-A0E9-5B46-8B42-A17922C793B1}"/>
              </a:ext>
            </a:extLst>
          </p:cNvPr>
          <p:cNvGrpSpPr/>
          <p:nvPr/>
        </p:nvGrpSpPr>
        <p:grpSpPr>
          <a:xfrm>
            <a:off x="11138687" y="2941791"/>
            <a:ext cx="518448" cy="1212242"/>
            <a:chOff x="11058573" y="3399165"/>
            <a:chExt cx="518448" cy="1212242"/>
          </a:xfrm>
        </p:grpSpPr>
        <p:grpSp>
          <p:nvGrpSpPr>
            <p:cNvPr id="265" name="Group 264">
              <a:extLst>
                <a:ext uri="{FF2B5EF4-FFF2-40B4-BE49-F238E27FC236}">
                  <a16:creationId xmlns:a16="http://schemas.microsoft.com/office/drawing/2014/main" id="{73C84718-FB33-ED42-88DF-0B1F15F2FD51}"/>
                </a:ext>
              </a:extLst>
            </p:cNvPr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272" name="Straight Connector 271">
                <a:extLst>
                  <a:ext uri="{FF2B5EF4-FFF2-40B4-BE49-F238E27FC236}">
                    <a16:creationId xmlns:a16="http://schemas.microsoft.com/office/drawing/2014/main" id="{67012382-B12D-F844-B7EB-573597A22185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3" name="Group 272">
                <a:extLst>
                  <a:ext uri="{FF2B5EF4-FFF2-40B4-BE49-F238E27FC236}">
                    <a16:creationId xmlns:a16="http://schemas.microsoft.com/office/drawing/2014/main" id="{EA4F63F6-8062-C44D-9090-B18E02E8DAAF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274" name="Picture 273" descr="server_rack.png">
                  <a:extLst>
                    <a:ext uri="{FF2B5EF4-FFF2-40B4-BE49-F238E27FC236}">
                      <a16:creationId xmlns:a16="http://schemas.microsoft.com/office/drawing/2014/main" id="{91106E9F-3C67-AA4E-9287-A9EFF36FE39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275" name="Picture 274" descr="server_rack.png">
                  <a:extLst>
                    <a:ext uri="{FF2B5EF4-FFF2-40B4-BE49-F238E27FC236}">
                      <a16:creationId xmlns:a16="http://schemas.microsoft.com/office/drawing/2014/main" id="{79A4A6A6-5E65-6F46-B7B2-90FD24375E9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276" name="Picture 275" descr="server_rack.png">
                  <a:extLst>
                    <a:ext uri="{FF2B5EF4-FFF2-40B4-BE49-F238E27FC236}">
                      <a16:creationId xmlns:a16="http://schemas.microsoft.com/office/drawing/2014/main" id="{3216266F-0267-0840-841D-08502DD9110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266" name="Group 265">
              <a:extLst>
                <a:ext uri="{FF2B5EF4-FFF2-40B4-BE49-F238E27FC236}">
                  <a16:creationId xmlns:a16="http://schemas.microsoft.com/office/drawing/2014/main" id="{106EB7B9-587B-604A-BB84-21393767F651}"/>
                </a:ext>
              </a:extLst>
            </p:cNvPr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267" name="Straight Connector 266">
                <a:extLst>
                  <a:ext uri="{FF2B5EF4-FFF2-40B4-BE49-F238E27FC236}">
                    <a16:creationId xmlns:a16="http://schemas.microsoft.com/office/drawing/2014/main" id="{2F7016C5-3456-6545-A196-AF5D73FF3865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68" name="Group 267">
                <a:extLst>
                  <a:ext uri="{FF2B5EF4-FFF2-40B4-BE49-F238E27FC236}">
                    <a16:creationId xmlns:a16="http://schemas.microsoft.com/office/drawing/2014/main" id="{CFE74420-7287-EB40-B7EE-E554F3965C89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269" name="Picture 268" descr="server_rack.png">
                  <a:extLst>
                    <a:ext uri="{FF2B5EF4-FFF2-40B4-BE49-F238E27FC236}">
                      <a16:creationId xmlns:a16="http://schemas.microsoft.com/office/drawing/2014/main" id="{6B281684-A293-474A-A2E6-3B193D839A0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270" name="Picture 269" descr="server_rack.png">
                  <a:extLst>
                    <a:ext uri="{FF2B5EF4-FFF2-40B4-BE49-F238E27FC236}">
                      <a16:creationId xmlns:a16="http://schemas.microsoft.com/office/drawing/2014/main" id="{9F75EF01-9A2A-3A49-932A-4C42C719585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271" name="Picture 270" descr="server_rack.png">
                  <a:extLst>
                    <a:ext uri="{FF2B5EF4-FFF2-40B4-BE49-F238E27FC236}">
                      <a16:creationId xmlns:a16="http://schemas.microsoft.com/office/drawing/2014/main" id="{446E25FC-31EE-334C-8D4A-FE0F222A8E3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277" name="Group 590">
            <a:extLst>
              <a:ext uri="{FF2B5EF4-FFF2-40B4-BE49-F238E27FC236}">
                <a16:creationId xmlns:a16="http://schemas.microsoft.com/office/drawing/2014/main" id="{E519F234-2007-384B-BC1B-5D998EFDC23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054595" y="4413467"/>
            <a:ext cx="345630" cy="320302"/>
            <a:chOff x="2839" y="3501"/>
            <a:chExt cx="755" cy="803"/>
          </a:xfrm>
        </p:grpSpPr>
        <p:pic>
          <p:nvPicPr>
            <p:cNvPr id="278" name="Picture 591" descr="desktop_computer_stylized_medium">
              <a:extLst>
                <a:ext uri="{FF2B5EF4-FFF2-40B4-BE49-F238E27FC236}">
                  <a16:creationId xmlns:a16="http://schemas.microsoft.com/office/drawing/2014/main" id="{33A2ACC8-59B8-BE41-AE95-2FCE8CBFBC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9" name="Freeform 592">
              <a:extLst>
                <a:ext uri="{FF2B5EF4-FFF2-40B4-BE49-F238E27FC236}">
                  <a16:creationId xmlns:a16="http://schemas.microsoft.com/office/drawing/2014/main" id="{D3941249-0EC2-7F4F-B6DE-853D1B0F58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80" name="Group 1064">
            <a:extLst>
              <a:ext uri="{FF2B5EF4-FFF2-40B4-BE49-F238E27FC236}">
                <a16:creationId xmlns:a16="http://schemas.microsoft.com/office/drawing/2014/main" id="{32873DDE-DE5F-FD44-B451-B2DB0A80F417}"/>
              </a:ext>
            </a:extLst>
          </p:cNvPr>
          <p:cNvGrpSpPr>
            <a:grpSpLocks/>
          </p:cNvGrpSpPr>
          <p:nvPr/>
        </p:nvGrpSpPr>
        <p:grpSpPr bwMode="auto">
          <a:xfrm>
            <a:off x="9275421" y="5366115"/>
            <a:ext cx="310186" cy="307808"/>
            <a:chOff x="877" y="1008"/>
            <a:chExt cx="2747" cy="2591"/>
          </a:xfrm>
        </p:grpSpPr>
        <p:pic>
          <p:nvPicPr>
            <p:cNvPr id="281" name="Picture 1065" descr="antenna_stylized">
              <a:extLst>
                <a:ext uri="{FF2B5EF4-FFF2-40B4-BE49-F238E27FC236}">
                  <a16:creationId xmlns:a16="http://schemas.microsoft.com/office/drawing/2014/main" id="{AE6278DC-71B3-934A-A861-85089C0871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82" name="Picture 1066" descr="laptop_keyboard">
              <a:extLst>
                <a:ext uri="{FF2B5EF4-FFF2-40B4-BE49-F238E27FC236}">
                  <a16:creationId xmlns:a16="http://schemas.microsoft.com/office/drawing/2014/main" id="{3FEF45DC-F120-5245-9ABC-6F0D0A2356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3" name="Freeform 1067">
              <a:extLst>
                <a:ext uri="{FF2B5EF4-FFF2-40B4-BE49-F238E27FC236}">
                  <a16:creationId xmlns:a16="http://schemas.microsoft.com/office/drawing/2014/main" id="{8722F022-4F8C-2D45-81ED-EFF0FDD9EA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84" name="Picture 1068" descr="screen">
              <a:extLst>
                <a:ext uri="{FF2B5EF4-FFF2-40B4-BE49-F238E27FC236}">
                  <a16:creationId xmlns:a16="http://schemas.microsoft.com/office/drawing/2014/main" id="{204FC4A1-539E-5442-BEC0-E471E14FA6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5" name="Freeform 1069">
              <a:extLst>
                <a:ext uri="{FF2B5EF4-FFF2-40B4-BE49-F238E27FC236}">
                  <a16:creationId xmlns:a16="http://schemas.microsoft.com/office/drawing/2014/main" id="{A1A1347C-9D1F-BA40-834D-25F9985332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6" name="Freeform 1070">
              <a:extLst>
                <a:ext uri="{FF2B5EF4-FFF2-40B4-BE49-F238E27FC236}">
                  <a16:creationId xmlns:a16="http://schemas.microsoft.com/office/drawing/2014/main" id="{5962D35F-879E-2549-AB01-3DB83293FA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7" name="Freeform 1071">
              <a:extLst>
                <a:ext uri="{FF2B5EF4-FFF2-40B4-BE49-F238E27FC236}">
                  <a16:creationId xmlns:a16="http://schemas.microsoft.com/office/drawing/2014/main" id="{22F02B8D-E551-4348-96A0-9FA3E305B7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8" name="Freeform 1072">
              <a:extLst>
                <a:ext uri="{FF2B5EF4-FFF2-40B4-BE49-F238E27FC236}">
                  <a16:creationId xmlns:a16="http://schemas.microsoft.com/office/drawing/2014/main" id="{C526490C-E805-3744-973A-5CC36BB229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9" name="Freeform 1073">
              <a:extLst>
                <a:ext uri="{FF2B5EF4-FFF2-40B4-BE49-F238E27FC236}">
                  <a16:creationId xmlns:a16="http://schemas.microsoft.com/office/drawing/2014/main" id="{7A50B32F-A919-C345-8D9F-670BB4E927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0" name="Freeform 1074">
              <a:extLst>
                <a:ext uri="{FF2B5EF4-FFF2-40B4-BE49-F238E27FC236}">
                  <a16:creationId xmlns:a16="http://schemas.microsoft.com/office/drawing/2014/main" id="{0175EDC4-A636-8E46-AE82-E96C1601BB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91" name="Group 1075">
              <a:extLst>
                <a:ext uri="{FF2B5EF4-FFF2-40B4-BE49-F238E27FC236}">
                  <a16:creationId xmlns:a16="http://schemas.microsoft.com/office/drawing/2014/main" id="{0DFAC9F2-BFCA-0847-8353-C8E921686F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298" name="Freeform 1076">
                <a:extLst>
                  <a:ext uri="{FF2B5EF4-FFF2-40B4-BE49-F238E27FC236}">
                    <a16:creationId xmlns:a16="http://schemas.microsoft.com/office/drawing/2014/main" id="{850E3FFA-D3FE-4A46-89D2-C6682C4DE9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9" name="Freeform 1077">
                <a:extLst>
                  <a:ext uri="{FF2B5EF4-FFF2-40B4-BE49-F238E27FC236}">
                    <a16:creationId xmlns:a16="http://schemas.microsoft.com/office/drawing/2014/main" id="{802EE040-A819-9640-B947-1A1395BEF3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0" name="Freeform 1078">
                <a:extLst>
                  <a:ext uri="{FF2B5EF4-FFF2-40B4-BE49-F238E27FC236}">
                    <a16:creationId xmlns:a16="http://schemas.microsoft.com/office/drawing/2014/main" id="{2E6E4ADE-8434-D746-854F-AD5EAF7793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1" name="Freeform 1079">
                <a:extLst>
                  <a:ext uri="{FF2B5EF4-FFF2-40B4-BE49-F238E27FC236}">
                    <a16:creationId xmlns:a16="http://schemas.microsoft.com/office/drawing/2014/main" id="{C3433830-574B-834F-8066-2E9F5FD6EF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2" name="Freeform 1080">
                <a:extLst>
                  <a:ext uri="{FF2B5EF4-FFF2-40B4-BE49-F238E27FC236}">
                    <a16:creationId xmlns:a16="http://schemas.microsoft.com/office/drawing/2014/main" id="{E9FF40EC-D904-F941-BD96-FDDB247ACC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3" name="Freeform 1081">
                <a:extLst>
                  <a:ext uri="{FF2B5EF4-FFF2-40B4-BE49-F238E27FC236}">
                    <a16:creationId xmlns:a16="http://schemas.microsoft.com/office/drawing/2014/main" id="{D764A724-F392-9F42-AE28-024E09E62C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92" name="Freeform 1082">
              <a:extLst>
                <a:ext uri="{FF2B5EF4-FFF2-40B4-BE49-F238E27FC236}">
                  <a16:creationId xmlns:a16="http://schemas.microsoft.com/office/drawing/2014/main" id="{1D359E2D-603D-1C42-AF6A-BFF1712248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3" name="Freeform 1083">
              <a:extLst>
                <a:ext uri="{FF2B5EF4-FFF2-40B4-BE49-F238E27FC236}">
                  <a16:creationId xmlns:a16="http://schemas.microsoft.com/office/drawing/2014/main" id="{A7F6435A-5F6F-D04A-9651-135556C9AA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4" name="Freeform 1084">
              <a:extLst>
                <a:ext uri="{FF2B5EF4-FFF2-40B4-BE49-F238E27FC236}">
                  <a16:creationId xmlns:a16="http://schemas.microsoft.com/office/drawing/2014/main" id="{7E5560DA-5784-0949-BF64-EED5A85C8B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5" name="Freeform 1085">
              <a:extLst>
                <a:ext uri="{FF2B5EF4-FFF2-40B4-BE49-F238E27FC236}">
                  <a16:creationId xmlns:a16="http://schemas.microsoft.com/office/drawing/2014/main" id="{EE37634B-CC1C-B440-AEAB-A81F991F34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6" name="Freeform 1086">
              <a:extLst>
                <a:ext uri="{FF2B5EF4-FFF2-40B4-BE49-F238E27FC236}">
                  <a16:creationId xmlns:a16="http://schemas.microsoft.com/office/drawing/2014/main" id="{06E015D5-7D47-FA43-A710-59DE4A7650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7" name="Freeform 1087">
              <a:extLst>
                <a:ext uri="{FF2B5EF4-FFF2-40B4-BE49-F238E27FC236}">
                  <a16:creationId xmlns:a16="http://schemas.microsoft.com/office/drawing/2014/main" id="{92FD50DD-905B-534A-8A82-2CABB656D69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04" name="Group 590">
            <a:extLst>
              <a:ext uri="{FF2B5EF4-FFF2-40B4-BE49-F238E27FC236}">
                <a16:creationId xmlns:a16="http://schemas.microsoft.com/office/drawing/2014/main" id="{7D86CBB7-90D5-5C4A-9DB8-D6046D4D95F4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227649" y="5017963"/>
            <a:ext cx="345630" cy="320302"/>
            <a:chOff x="2839" y="3501"/>
            <a:chExt cx="755" cy="803"/>
          </a:xfrm>
        </p:grpSpPr>
        <p:pic>
          <p:nvPicPr>
            <p:cNvPr id="305" name="Picture 591" descr="desktop_computer_stylized_medium">
              <a:extLst>
                <a:ext uri="{FF2B5EF4-FFF2-40B4-BE49-F238E27FC236}">
                  <a16:creationId xmlns:a16="http://schemas.microsoft.com/office/drawing/2014/main" id="{1E6AFB2E-6DD2-0F42-9FCC-C1E32A1B01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6" name="Freeform 592">
              <a:extLst>
                <a:ext uri="{FF2B5EF4-FFF2-40B4-BE49-F238E27FC236}">
                  <a16:creationId xmlns:a16="http://schemas.microsoft.com/office/drawing/2014/main" id="{C502709A-9A0D-9A47-A5CE-EC46F9304D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07" name="Group 590">
            <a:extLst>
              <a:ext uri="{FF2B5EF4-FFF2-40B4-BE49-F238E27FC236}">
                <a16:creationId xmlns:a16="http://schemas.microsoft.com/office/drawing/2014/main" id="{CA180629-1EE9-9045-BF20-AA161650E5B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625874" y="5039436"/>
            <a:ext cx="345630" cy="320302"/>
            <a:chOff x="2839" y="3501"/>
            <a:chExt cx="755" cy="803"/>
          </a:xfrm>
        </p:grpSpPr>
        <p:pic>
          <p:nvPicPr>
            <p:cNvPr id="308" name="Picture 591" descr="desktop_computer_stylized_medium">
              <a:extLst>
                <a:ext uri="{FF2B5EF4-FFF2-40B4-BE49-F238E27FC236}">
                  <a16:creationId xmlns:a16="http://schemas.microsoft.com/office/drawing/2014/main" id="{10FB4FF7-ED0D-4548-A925-6709E47499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9" name="Freeform 592">
              <a:extLst>
                <a:ext uri="{FF2B5EF4-FFF2-40B4-BE49-F238E27FC236}">
                  <a16:creationId xmlns:a16="http://schemas.microsoft.com/office/drawing/2014/main" id="{76E9A76B-3815-1842-8657-E47D646185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10" name="Group 1064">
            <a:extLst>
              <a:ext uri="{FF2B5EF4-FFF2-40B4-BE49-F238E27FC236}">
                <a16:creationId xmlns:a16="http://schemas.microsoft.com/office/drawing/2014/main" id="{2A1515AB-81BE-A647-B780-057B7B04F549}"/>
              </a:ext>
            </a:extLst>
          </p:cNvPr>
          <p:cNvGrpSpPr>
            <a:grpSpLocks/>
          </p:cNvGrpSpPr>
          <p:nvPr/>
        </p:nvGrpSpPr>
        <p:grpSpPr bwMode="auto">
          <a:xfrm>
            <a:off x="9608486" y="5308444"/>
            <a:ext cx="319264" cy="253379"/>
            <a:chOff x="877" y="1008"/>
            <a:chExt cx="2747" cy="2591"/>
          </a:xfrm>
        </p:grpSpPr>
        <p:pic>
          <p:nvPicPr>
            <p:cNvPr id="311" name="Picture 1065" descr="antenna_stylized">
              <a:extLst>
                <a:ext uri="{FF2B5EF4-FFF2-40B4-BE49-F238E27FC236}">
                  <a16:creationId xmlns:a16="http://schemas.microsoft.com/office/drawing/2014/main" id="{BE3CD0B6-78E6-DA4F-99EA-A5B227564A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2" name="Picture 1066" descr="laptop_keyboard">
              <a:extLst>
                <a:ext uri="{FF2B5EF4-FFF2-40B4-BE49-F238E27FC236}">
                  <a16:creationId xmlns:a16="http://schemas.microsoft.com/office/drawing/2014/main" id="{D2626BF6-46AC-604D-8A51-37EA389D2F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3" name="Freeform 1067">
              <a:extLst>
                <a:ext uri="{FF2B5EF4-FFF2-40B4-BE49-F238E27FC236}">
                  <a16:creationId xmlns:a16="http://schemas.microsoft.com/office/drawing/2014/main" id="{959EDFAC-C6A1-D14A-947E-35A00B3A91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14" name="Picture 1068" descr="screen">
              <a:extLst>
                <a:ext uri="{FF2B5EF4-FFF2-40B4-BE49-F238E27FC236}">
                  <a16:creationId xmlns:a16="http://schemas.microsoft.com/office/drawing/2014/main" id="{9D1F4A99-3250-9849-B965-F91DA62572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5" name="Freeform 1069">
              <a:extLst>
                <a:ext uri="{FF2B5EF4-FFF2-40B4-BE49-F238E27FC236}">
                  <a16:creationId xmlns:a16="http://schemas.microsoft.com/office/drawing/2014/main" id="{5C31E3EB-B3FB-0B4F-93CD-5092308DC2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6" name="Freeform 1070">
              <a:extLst>
                <a:ext uri="{FF2B5EF4-FFF2-40B4-BE49-F238E27FC236}">
                  <a16:creationId xmlns:a16="http://schemas.microsoft.com/office/drawing/2014/main" id="{3AD986D8-84E7-4747-A1C9-5481DDD06F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7" name="Freeform 1071">
              <a:extLst>
                <a:ext uri="{FF2B5EF4-FFF2-40B4-BE49-F238E27FC236}">
                  <a16:creationId xmlns:a16="http://schemas.microsoft.com/office/drawing/2014/main" id="{99E21446-DDC6-F947-8143-0229A88296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8" name="Freeform 1072">
              <a:extLst>
                <a:ext uri="{FF2B5EF4-FFF2-40B4-BE49-F238E27FC236}">
                  <a16:creationId xmlns:a16="http://schemas.microsoft.com/office/drawing/2014/main" id="{760E6505-2D47-0045-B608-C79782D315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9" name="Freeform 1073">
              <a:extLst>
                <a:ext uri="{FF2B5EF4-FFF2-40B4-BE49-F238E27FC236}">
                  <a16:creationId xmlns:a16="http://schemas.microsoft.com/office/drawing/2014/main" id="{1E8320ED-B12F-2641-BEF1-FFE08A7092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0" name="Freeform 1074">
              <a:extLst>
                <a:ext uri="{FF2B5EF4-FFF2-40B4-BE49-F238E27FC236}">
                  <a16:creationId xmlns:a16="http://schemas.microsoft.com/office/drawing/2014/main" id="{6F216F19-7A9E-7842-8DE3-87CF67C247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21" name="Group 1075">
              <a:extLst>
                <a:ext uri="{FF2B5EF4-FFF2-40B4-BE49-F238E27FC236}">
                  <a16:creationId xmlns:a16="http://schemas.microsoft.com/office/drawing/2014/main" id="{739F03CA-20B1-E448-ACD6-1C13B4F674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328" name="Freeform 1076">
                <a:extLst>
                  <a:ext uri="{FF2B5EF4-FFF2-40B4-BE49-F238E27FC236}">
                    <a16:creationId xmlns:a16="http://schemas.microsoft.com/office/drawing/2014/main" id="{C8940D77-B4F3-1246-9EB1-62B374D1DC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9" name="Freeform 1077">
                <a:extLst>
                  <a:ext uri="{FF2B5EF4-FFF2-40B4-BE49-F238E27FC236}">
                    <a16:creationId xmlns:a16="http://schemas.microsoft.com/office/drawing/2014/main" id="{50CF6234-28F9-6A4A-9C8F-25FE11F3DE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0" name="Freeform 1078">
                <a:extLst>
                  <a:ext uri="{FF2B5EF4-FFF2-40B4-BE49-F238E27FC236}">
                    <a16:creationId xmlns:a16="http://schemas.microsoft.com/office/drawing/2014/main" id="{6D8485B5-FB9F-C945-BF8E-55BD012586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1" name="Freeform 1079">
                <a:extLst>
                  <a:ext uri="{FF2B5EF4-FFF2-40B4-BE49-F238E27FC236}">
                    <a16:creationId xmlns:a16="http://schemas.microsoft.com/office/drawing/2014/main" id="{499E2EF6-03A8-7649-AF1E-92C6AEEACC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2" name="Freeform 1080">
                <a:extLst>
                  <a:ext uri="{FF2B5EF4-FFF2-40B4-BE49-F238E27FC236}">
                    <a16:creationId xmlns:a16="http://schemas.microsoft.com/office/drawing/2014/main" id="{74F729D9-EF91-0447-847C-32A9E97FFA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3" name="Freeform 1081">
                <a:extLst>
                  <a:ext uri="{FF2B5EF4-FFF2-40B4-BE49-F238E27FC236}">
                    <a16:creationId xmlns:a16="http://schemas.microsoft.com/office/drawing/2014/main" id="{79448D30-757C-AD42-9BE7-746E1DDA27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322" name="Freeform 1082">
              <a:extLst>
                <a:ext uri="{FF2B5EF4-FFF2-40B4-BE49-F238E27FC236}">
                  <a16:creationId xmlns:a16="http://schemas.microsoft.com/office/drawing/2014/main" id="{ACA0EA96-8459-6D48-B384-71DC0DE9F4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3" name="Freeform 1083">
              <a:extLst>
                <a:ext uri="{FF2B5EF4-FFF2-40B4-BE49-F238E27FC236}">
                  <a16:creationId xmlns:a16="http://schemas.microsoft.com/office/drawing/2014/main" id="{4AFEEFA0-1AD5-2A4E-8E91-2BA01BA888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4" name="Freeform 1084">
              <a:extLst>
                <a:ext uri="{FF2B5EF4-FFF2-40B4-BE49-F238E27FC236}">
                  <a16:creationId xmlns:a16="http://schemas.microsoft.com/office/drawing/2014/main" id="{21B8D876-55EE-014B-B6A7-135E27D26C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5" name="Freeform 1085">
              <a:extLst>
                <a:ext uri="{FF2B5EF4-FFF2-40B4-BE49-F238E27FC236}">
                  <a16:creationId xmlns:a16="http://schemas.microsoft.com/office/drawing/2014/main" id="{8385F355-35A0-3348-8DF5-BC36DCEC95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6" name="Freeform 1086">
              <a:extLst>
                <a:ext uri="{FF2B5EF4-FFF2-40B4-BE49-F238E27FC236}">
                  <a16:creationId xmlns:a16="http://schemas.microsoft.com/office/drawing/2014/main" id="{DD8C8F16-B86F-DA4C-8E23-1A23CACB9D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7" name="Freeform 1087">
              <a:extLst>
                <a:ext uri="{FF2B5EF4-FFF2-40B4-BE49-F238E27FC236}">
                  <a16:creationId xmlns:a16="http://schemas.microsoft.com/office/drawing/2014/main" id="{C205008C-65B4-0C4E-858E-4BE7FE6B84AD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34" name="Freeform 984">
            <a:extLst>
              <a:ext uri="{FF2B5EF4-FFF2-40B4-BE49-F238E27FC236}">
                <a16:creationId xmlns:a16="http://schemas.microsoft.com/office/drawing/2014/main" id="{F683EC5C-41E4-CB46-A4DE-DA79C11DB0A3}"/>
              </a:ext>
            </a:extLst>
          </p:cNvPr>
          <p:cNvSpPr>
            <a:spLocks/>
          </p:cNvSpPr>
          <p:nvPr/>
        </p:nvSpPr>
        <p:spPr bwMode="auto">
          <a:xfrm>
            <a:off x="10227333" y="5150277"/>
            <a:ext cx="34049" cy="332924"/>
          </a:xfrm>
          <a:custGeom>
            <a:avLst/>
            <a:gdLst>
              <a:gd name="T0" fmla="*/ 3 w 354"/>
              <a:gd name="T1" fmla="*/ 0 h 2742"/>
              <a:gd name="T2" fmla="*/ 15 w 354"/>
              <a:gd name="T3" fmla="*/ 27 h 2742"/>
              <a:gd name="T4" fmla="*/ 15 w 354"/>
              <a:gd name="T5" fmla="*/ 205 h 2742"/>
              <a:gd name="T6" fmla="*/ 0 w 354"/>
              <a:gd name="T7" fmla="*/ 215 h 2742"/>
              <a:gd name="T8" fmla="*/ 3 w 354"/>
              <a:gd name="T9" fmla="*/ 0 h 27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4"/>
              <a:gd name="T16" fmla="*/ 0 h 2742"/>
              <a:gd name="T17" fmla="*/ 354 w 354"/>
              <a:gd name="T18" fmla="*/ 2742 h 27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4" h="2742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rgbClr val="33333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5" name="Freeform 986">
            <a:extLst>
              <a:ext uri="{FF2B5EF4-FFF2-40B4-BE49-F238E27FC236}">
                <a16:creationId xmlns:a16="http://schemas.microsoft.com/office/drawing/2014/main" id="{5EF954DC-7E38-5E4F-A1CE-66E02590E45F}"/>
              </a:ext>
            </a:extLst>
          </p:cNvPr>
          <p:cNvSpPr>
            <a:spLocks/>
          </p:cNvSpPr>
          <p:nvPr/>
        </p:nvSpPr>
        <p:spPr bwMode="auto">
          <a:xfrm>
            <a:off x="10233710" y="5170229"/>
            <a:ext cx="20333" cy="308020"/>
          </a:xfrm>
          <a:custGeom>
            <a:avLst/>
            <a:gdLst>
              <a:gd name="T0" fmla="*/ 2 w 211"/>
              <a:gd name="T1" fmla="*/ 0 h 2537"/>
              <a:gd name="T2" fmla="*/ 9 w 211"/>
              <a:gd name="T3" fmla="*/ 18 h 2537"/>
              <a:gd name="T4" fmla="*/ 2 w 211"/>
              <a:gd name="T5" fmla="*/ 196 h 2537"/>
              <a:gd name="T6" fmla="*/ 2 w 211"/>
              <a:gd name="T7" fmla="*/ 0 h 2537"/>
              <a:gd name="T8" fmla="*/ 0 60000 65536"/>
              <a:gd name="T9" fmla="*/ 0 60000 65536"/>
              <a:gd name="T10" fmla="*/ 0 60000 65536"/>
              <a:gd name="T11" fmla="*/ 0 60000 65536"/>
              <a:gd name="T12" fmla="*/ 0 w 211"/>
              <a:gd name="T13" fmla="*/ 0 h 2537"/>
              <a:gd name="T14" fmla="*/ 211 w 211"/>
              <a:gd name="T15" fmla="*/ 2537 h 25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1" h="2537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 rotWithShape="1">
            <a:gsLst>
              <a:gs pos="0">
                <a:srgbClr val="808080"/>
              </a:gs>
              <a:gs pos="100000">
                <a:srgbClr val="F8F8F8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6" name="Freeform 987">
            <a:extLst>
              <a:ext uri="{FF2B5EF4-FFF2-40B4-BE49-F238E27FC236}">
                <a16:creationId xmlns:a16="http://schemas.microsoft.com/office/drawing/2014/main" id="{715C54AB-3880-BA45-928C-39C4D7CA3C4E}"/>
              </a:ext>
            </a:extLst>
          </p:cNvPr>
          <p:cNvSpPr>
            <a:spLocks/>
          </p:cNvSpPr>
          <p:nvPr/>
        </p:nvSpPr>
        <p:spPr bwMode="auto">
          <a:xfrm>
            <a:off x="10229258" y="5326059"/>
            <a:ext cx="31643" cy="27525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1 h 226"/>
              <a:gd name="T4" fmla="*/ 14 w 328"/>
              <a:gd name="T5" fmla="*/ 19 h 226"/>
              <a:gd name="T6" fmla="*/ 0 w 328"/>
              <a:gd name="T7" fmla="*/ 8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7" name="Rectangle 988">
            <a:extLst>
              <a:ext uri="{FF2B5EF4-FFF2-40B4-BE49-F238E27FC236}">
                <a16:creationId xmlns:a16="http://schemas.microsoft.com/office/drawing/2014/main" id="{370296DA-87E2-9341-A2CE-4380B23742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0039" y="5187705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338" name="Group 989">
            <a:extLst>
              <a:ext uri="{FF2B5EF4-FFF2-40B4-BE49-F238E27FC236}">
                <a16:creationId xmlns:a16="http://schemas.microsoft.com/office/drawing/2014/main" id="{AFA2681D-B24E-9548-A42D-DBE7D03E1B65}"/>
              </a:ext>
            </a:extLst>
          </p:cNvPr>
          <p:cNvGrpSpPr>
            <a:grpSpLocks/>
          </p:cNvGrpSpPr>
          <p:nvPr/>
        </p:nvGrpSpPr>
        <p:grpSpPr bwMode="auto">
          <a:xfrm>
            <a:off x="10164889" y="5184501"/>
            <a:ext cx="69903" cy="21117"/>
            <a:chOff x="614" y="2568"/>
            <a:chExt cx="725" cy="139"/>
          </a:xfrm>
        </p:grpSpPr>
        <p:sp>
          <p:nvSpPr>
            <p:cNvPr id="339" name="AutoShape 990">
              <a:extLst>
                <a:ext uri="{FF2B5EF4-FFF2-40B4-BE49-F238E27FC236}">
                  <a16:creationId xmlns:a16="http://schemas.microsoft.com/office/drawing/2014/main" id="{8D15E716-2018-CA44-A0CF-BA1BD3C4F9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66"/>
              <a:ext cx="721" cy="14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40" name="AutoShape 991">
              <a:extLst>
                <a:ext uri="{FF2B5EF4-FFF2-40B4-BE49-F238E27FC236}">
                  <a16:creationId xmlns:a16="http://schemas.microsoft.com/office/drawing/2014/main" id="{45074B74-5B36-7F43-A334-2E56465800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1"/>
              <a:ext cx="696" cy="11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341" name="Rectangle 992">
            <a:extLst>
              <a:ext uri="{FF2B5EF4-FFF2-40B4-BE49-F238E27FC236}">
                <a16:creationId xmlns:a16="http://schemas.microsoft.com/office/drawing/2014/main" id="{D5DC0FDD-F05E-D940-80D3-95FD6FA6ED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1242" y="5236056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342" name="Group 993">
            <a:extLst>
              <a:ext uri="{FF2B5EF4-FFF2-40B4-BE49-F238E27FC236}">
                <a16:creationId xmlns:a16="http://schemas.microsoft.com/office/drawing/2014/main" id="{80CA8E93-98F3-5845-A8F0-9AFCA71C58D2}"/>
              </a:ext>
            </a:extLst>
          </p:cNvPr>
          <p:cNvGrpSpPr>
            <a:grpSpLocks/>
          </p:cNvGrpSpPr>
          <p:nvPr/>
        </p:nvGrpSpPr>
        <p:grpSpPr bwMode="auto">
          <a:xfrm>
            <a:off x="10164649" y="5231978"/>
            <a:ext cx="69903" cy="19515"/>
            <a:chOff x="614" y="2568"/>
            <a:chExt cx="725" cy="139"/>
          </a:xfrm>
        </p:grpSpPr>
        <p:sp>
          <p:nvSpPr>
            <p:cNvPr id="343" name="AutoShape 994">
              <a:extLst>
                <a:ext uri="{FF2B5EF4-FFF2-40B4-BE49-F238E27FC236}">
                  <a16:creationId xmlns:a16="http://schemas.microsoft.com/office/drawing/2014/main" id="{7DD517ED-4EA6-CE4D-BABF-4E87B224F6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" y="2564"/>
              <a:ext cx="721" cy="139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44" name="AutoShape 995">
              <a:extLst>
                <a:ext uri="{FF2B5EF4-FFF2-40B4-BE49-F238E27FC236}">
                  <a16:creationId xmlns:a16="http://schemas.microsoft.com/office/drawing/2014/main" id="{67610340-11E9-0D44-B036-7F836809F5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" y="2581"/>
              <a:ext cx="696" cy="10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345" name="Rectangle 996">
            <a:extLst>
              <a:ext uri="{FF2B5EF4-FFF2-40B4-BE49-F238E27FC236}">
                <a16:creationId xmlns:a16="http://schemas.microsoft.com/office/drawing/2014/main" id="{797BEBD2-AFB2-D04F-BF4D-C98B5985E8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1242" y="5284407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46" name="Rectangle 997">
            <a:extLst>
              <a:ext uri="{FF2B5EF4-FFF2-40B4-BE49-F238E27FC236}">
                <a16:creationId xmlns:a16="http://schemas.microsoft.com/office/drawing/2014/main" id="{CAEB6086-A181-E845-B0C6-0E5FA8C48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2445" y="5328244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347" name="Group 998">
            <a:extLst>
              <a:ext uri="{FF2B5EF4-FFF2-40B4-BE49-F238E27FC236}">
                <a16:creationId xmlns:a16="http://schemas.microsoft.com/office/drawing/2014/main" id="{2AA46A1E-93AF-BA48-99B9-AEC064BD1FEC}"/>
              </a:ext>
            </a:extLst>
          </p:cNvPr>
          <p:cNvGrpSpPr>
            <a:grpSpLocks/>
          </p:cNvGrpSpPr>
          <p:nvPr/>
        </p:nvGrpSpPr>
        <p:grpSpPr bwMode="auto">
          <a:xfrm>
            <a:off x="10163205" y="5324166"/>
            <a:ext cx="70024" cy="21991"/>
            <a:chOff x="614" y="2568"/>
            <a:chExt cx="725" cy="139"/>
          </a:xfrm>
        </p:grpSpPr>
        <p:sp>
          <p:nvSpPr>
            <p:cNvPr id="348" name="AutoShape 999">
              <a:extLst>
                <a:ext uri="{FF2B5EF4-FFF2-40B4-BE49-F238E27FC236}">
                  <a16:creationId xmlns:a16="http://schemas.microsoft.com/office/drawing/2014/main" id="{3DDF69A6-D5A3-CE4D-9320-9AFFD3C42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" y="2586"/>
              <a:ext cx="720" cy="12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49" name="AutoShape 1000">
              <a:extLst>
                <a:ext uri="{FF2B5EF4-FFF2-40B4-BE49-F238E27FC236}">
                  <a16:creationId xmlns:a16="http://schemas.microsoft.com/office/drawing/2014/main" id="{7324BD93-FB3D-8844-A86D-CAAF66EC7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" y="2586"/>
              <a:ext cx="695" cy="10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350" name="Freeform 1001">
            <a:extLst>
              <a:ext uri="{FF2B5EF4-FFF2-40B4-BE49-F238E27FC236}">
                <a16:creationId xmlns:a16="http://schemas.microsoft.com/office/drawing/2014/main" id="{98435968-C1C8-374F-8AC1-5AF0F3D6EC49}"/>
              </a:ext>
            </a:extLst>
          </p:cNvPr>
          <p:cNvSpPr>
            <a:spLocks/>
          </p:cNvSpPr>
          <p:nvPr/>
        </p:nvSpPr>
        <p:spPr bwMode="auto">
          <a:xfrm>
            <a:off x="10229740" y="5284407"/>
            <a:ext cx="31643" cy="27380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0 h 226"/>
              <a:gd name="T4" fmla="*/ 14 w 328"/>
              <a:gd name="T5" fmla="*/ 17 h 226"/>
              <a:gd name="T6" fmla="*/ 0 w 328"/>
              <a:gd name="T7" fmla="*/ 7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51" name="Group 1002">
            <a:extLst>
              <a:ext uri="{FF2B5EF4-FFF2-40B4-BE49-F238E27FC236}">
                <a16:creationId xmlns:a16="http://schemas.microsoft.com/office/drawing/2014/main" id="{30C5E95A-609F-2641-9A30-3EFA406AB51F}"/>
              </a:ext>
            </a:extLst>
          </p:cNvPr>
          <p:cNvGrpSpPr>
            <a:grpSpLocks/>
          </p:cNvGrpSpPr>
          <p:nvPr/>
        </p:nvGrpSpPr>
        <p:grpSpPr bwMode="auto">
          <a:xfrm>
            <a:off x="10163686" y="5280475"/>
            <a:ext cx="70024" cy="20243"/>
            <a:chOff x="614" y="2568"/>
            <a:chExt cx="725" cy="139"/>
          </a:xfrm>
        </p:grpSpPr>
        <p:sp>
          <p:nvSpPr>
            <p:cNvPr id="352" name="AutoShape 1003">
              <a:extLst>
                <a:ext uri="{FF2B5EF4-FFF2-40B4-BE49-F238E27FC236}">
                  <a16:creationId xmlns:a16="http://schemas.microsoft.com/office/drawing/2014/main" id="{6C6A18B9-4731-9E4A-8433-C467629BB7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71"/>
              <a:ext cx="732" cy="13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53" name="AutoShape 1004">
              <a:extLst>
                <a:ext uri="{FF2B5EF4-FFF2-40B4-BE49-F238E27FC236}">
                  <a16:creationId xmlns:a16="http://schemas.microsoft.com/office/drawing/2014/main" id="{80E49604-CFF7-2249-8AC0-274FFDA8EE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7"/>
              <a:ext cx="720" cy="10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354" name="Rectangle 1005">
            <a:extLst>
              <a:ext uri="{FF2B5EF4-FFF2-40B4-BE49-F238E27FC236}">
                <a16:creationId xmlns:a16="http://schemas.microsoft.com/office/drawing/2014/main" id="{4574A330-D5AC-1949-8F3A-0425F1BF8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24686" y="5149694"/>
            <a:ext cx="8422" cy="332778"/>
          </a:xfrm>
          <a:prstGeom prst="rect">
            <a:avLst/>
          </a:prstGeom>
          <a:gradFill rotWithShape="1"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55" name="Freeform 1006">
            <a:extLst>
              <a:ext uri="{FF2B5EF4-FFF2-40B4-BE49-F238E27FC236}">
                <a16:creationId xmlns:a16="http://schemas.microsoft.com/office/drawing/2014/main" id="{346534D2-9C43-5D4C-97DD-9BFA3F3C1E19}"/>
              </a:ext>
            </a:extLst>
          </p:cNvPr>
          <p:cNvSpPr>
            <a:spLocks/>
          </p:cNvSpPr>
          <p:nvPr/>
        </p:nvSpPr>
        <p:spPr bwMode="auto">
          <a:xfrm>
            <a:off x="10232627" y="5233872"/>
            <a:ext cx="28515" cy="31020"/>
          </a:xfrm>
          <a:custGeom>
            <a:avLst/>
            <a:gdLst>
              <a:gd name="T0" fmla="*/ 2 w 296"/>
              <a:gd name="T1" fmla="*/ 0 h 256"/>
              <a:gd name="T2" fmla="*/ 14 w 296"/>
              <a:gd name="T3" fmla="*/ 10 h 256"/>
              <a:gd name="T4" fmla="*/ 14 w 296"/>
              <a:gd name="T5" fmla="*/ 19 h 256"/>
              <a:gd name="T6" fmla="*/ 0 w 296"/>
              <a:gd name="T7" fmla="*/ 7 h 256"/>
              <a:gd name="T8" fmla="*/ 2 w 296"/>
              <a:gd name="T9" fmla="*/ 0 h 2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6"/>
              <a:gd name="T16" fmla="*/ 0 h 256"/>
              <a:gd name="T17" fmla="*/ 296 w 296"/>
              <a:gd name="T18" fmla="*/ 256 h 2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6" h="25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6" name="Freeform 1007">
            <a:extLst>
              <a:ext uri="{FF2B5EF4-FFF2-40B4-BE49-F238E27FC236}">
                <a16:creationId xmlns:a16="http://schemas.microsoft.com/office/drawing/2014/main" id="{34FDA504-7EFB-0F47-BF0E-7541255FF63F}"/>
              </a:ext>
            </a:extLst>
          </p:cNvPr>
          <p:cNvSpPr>
            <a:spLocks/>
          </p:cNvSpPr>
          <p:nvPr/>
        </p:nvSpPr>
        <p:spPr bwMode="auto">
          <a:xfrm>
            <a:off x="10232988" y="5186249"/>
            <a:ext cx="29357" cy="34953"/>
          </a:xfrm>
          <a:custGeom>
            <a:avLst/>
            <a:gdLst>
              <a:gd name="T0" fmla="*/ 0 w 304"/>
              <a:gd name="T1" fmla="*/ 0 h 288"/>
              <a:gd name="T2" fmla="*/ 14 w 304"/>
              <a:gd name="T3" fmla="*/ 13 h 288"/>
              <a:gd name="T4" fmla="*/ 13 w 304"/>
              <a:gd name="T5" fmla="*/ 23 h 288"/>
              <a:gd name="T6" fmla="*/ 2 w 304"/>
              <a:gd name="T7" fmla="*/ 10 h 288"/>
              <a:gd name="T8" fmla="*/ 0 w 304"/>
              <a:gd name="T9" fmla="*/ 0 h 2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4"/>
              <a:gd name="T16" fmla="*/ 0 h 288"/>
              <a:gd name="T17" fmla="*/ 304 w 304"/>
              <a:gd name="T18" fmla="*/ 288 h 28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4" h="288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7" name="Oval 1008">
            <a:extLst>
              <a:ext uri="{FF2B5EF4-FFF2-40B4-BE49-F238E27FC236}">
                <a16:creationId xmlns:a16="http://schemas.microsoft.com/office/drawing/2014/main" id="{EB41E430-44F1-2040-B040-34AC4812C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57051" y="5467472"/>
            <a:ext cx="6016" cy="13835"/>
          </a:xfrm>
          <a:prstGeom prst="ellipse">
            <a:avLst/>
          </a:pr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58" name="Freeform 1009">
            <a:extLst>
              <a:ext uri="{FF2B5EF4-FFF2-40B4-BE49-F238E27FC236}">
                <a16:creationId xmlns:a16="http://schemas.microsoft.com/office/drawing/2014/main" id="{790EC54C-1F12-7145-B84C-38FCEE8E9F9C}"/>
              </a:ext>
            </a:extLst>
          </p:cNvPr>
          <p:cNvSpPr>
            <a:spLocks/>
          </p:cNvSpPr>
          <p:nvPr/>
        </p:nvSpPr>
        <p:spPr bwMode="auto">
          <a:xfrm>
            <a:off x="10231424" y="5467909"/>
            <a:ext cx="29477" cy="29127"/>
          </a:xfrm>
          <a:custGeom>
            <a:avLst/>
            <a:gdLst>
              <a:gd name="T0" fmla="*/ 0 w 306"/>
              <a:gd name="T1" fmla="*/ 9 h 240"/>
              <a:gd name="T2" fmla="*/ 2 w 306"/>
              <a:gd name="T3" fmla="*/ 19 h 240"/>
              <a:gd name="T4" fmla="*/ 14 w 306"/>
              <a:gd name="T5" fmla="*/ 9 h 240"/>
              <a:gd name="T6" fmla="*/ 14 w 306"/>
              <a:gd name="T7" fmla="*/ 0 h 240"/>
              <a:gd name="T8" fmla="*/ 0 w 306"/>
              <a:gd name="T9" fmla="*/ 9 h 2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6"/>
              <a:gd name="T16" fmla="*/ 0 h 240"/>
              <a:gd name="T17" fmla="*/ 306 w 306"/>
              <a:gd name="T18" fmla="*/ 240 h 2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6" h="240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9" name="AutoShape 1010">
            <a:extLst>
              <a:ext uri="{FF2B5EF4-FFF2-40B4-BE49-F238E27FC236}">
                <a16:creationId xmlns:a16="http://schemas.microsoft.com/office/drawing/2014/main" id="{2E145E4B-9370-3442-8CC9-84BAE4D06F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91617" y="5476793"/>
            <a:ext cx="143898" cy="21845"/>
          </a:xfrm>
          <a:prstGeom prst="roundRect">
            <a:avLst>
              <a:gd name="adj" fmla="val 50000"/>
            </a:avLst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60" name="AutoShape 1011">
            <a:extLst>
              <a:ext uri="{FF2B5EF4-FFF2-40B4-BE49-F238E27FC236}">
                <a16:creationId xmlns:a16="http://schemas.microsoft.com/office/drawing/2014/main" id="{D478C9C4-B89C-9C48-BBD7-DEABBACEA5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0039" y="5482472"/>
            <a:ext cx="128257" cy="1150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tx2"/>
              </a:gs>
              <a:gs pos="100000">
                <a:schemeClr val="bg2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61" name="Oval 1012">
            <a:extLst>
              <a:ext uri="{FF2B5EF4-FFF2-40B4-BE49-F238E27FC236}">
                <a16:creationId xmlns:a16="http://schemas.microsoft.com/office/drawing/2014/main" id="{5909E442-66CF-664F-9DE0-0E9F8CA73D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11950" y="5434121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62" name="Oval 1013">
            <a:extLst>
              <a:ext uri="{FF2B5EF4-FFF2-40B4-BE49-F238E27FC236}">
                <a16:creationId xmlns:a16="http://schemas.microsoft.com/office/drawing/2014/main" id="{2551EE99-1D61-D44B-8562-B0ABC0044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33607" y="5434121"/>
            <a:ext cx="19130" cy="2068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63" name="Oval 1014">
            <a:extLst>
              <a:ext uri="{FF2B5EF4-FFF2-40B4-BE49-F238E27FC236}">
                <a16:creationId xmlns:a16="http://schemas.microsoft.com/office/drawing/2014/main" id="{634591C9-BA12-B348-80C9-F09AFA1CED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3941" y="5434121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64" name="Rectangle 1015">
            <a:extLst>
              <a:ext uri="{FF2B5EF4-FFF2-40B4-BE49-F238E27FC236}">
                <a16:creationId xmlns:a16="http://schemas.microsoft.com/office/drawing/2014/main" id="{0223EEF6-BCF3-3D42-9120-9B8B3E38C9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03150" y="5354750"/>
            <a:ext cx="9625" cy="110538"/>
          </a:xfrm>
          <a:prstGeom prst="rect">
            <a:avLst/>
          </a:prstGeom>
          <a:solidFill>
            <a:srgbClr val="29292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365" name="Group 590">
            <a:extLst>
              <a:ext uri="{FF2B5EF4-FFF2-40B4-BE49-F238E27FC236}">
                <a16:creationId xmlns:a16="http://schemas.microsoft.com/office/drawing/2014/main" id="{32D88EF7-FD3F-EF44-9D3E-076AA7EB1E8D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847721" y="4794366"/>
            <a:ext cx="345630" cy="320302"/>
            <a:chOff x="2839" y="3501"/>
            <a:chExt cx="755" cy="803"/>
          </a:xfrm>
        </p:grpSpPr>
        <p:pic>
          <p:nvPicPr>
            <p:cNvPr id="366" name="Picture 591" descr="desktop_computer_stylized_medium">
              <a:extLst>
                <a:ext uri="{FF2B5EF4-FFF2-40B4-BE49-F238E27FC236}">
                  <a16:creationId xmlns:a16="http://schemas.microsoft.com/office/drawing/2014/main" id="{AB01A8A8-1CAA-9145-A6E4-1398D1D62E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7" name="Freeform 592">
              <a:extLst>
                <a:ext uri="{FF2B5EF4-FFF2-40B4-BE49-F238E27FC236}">
                  <a16:creationId xmlns:a16="http://schemas.microsoft.com/office/drawing/2014/main" id="{4195A758-5601-AD48-BDA5-274E79AC13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68" name="Group 652">
            <a:extLst>
              <a:ext uri="{FF2B5EF4-FFF2-40B4-BE49-F238E27FC236}">
                <a16:creationId xmlns:a16="http://schemas.microsoft.com/office/drawing/2014/main" id="{B6EF2BFA-2876-1841-873B-0FF970F0E60B}"/>
              </a:ext>
            </a:extLst>
          </p:cNvPr>
          <p:cNvGrpSpPr>
            <a:grpSpLocks/>
          </p:cNvGrpSpPr>
          <p:nvPr/>
        </p:nvGrpSpPr>
        <p:grpSpPr bwMode="auto">
          <a:xfrm>
            <a:off x="7823964" y="1373031"/>
            <a:ext cx="415925" cy="385763"/>
            <a:chOff x="2751" y="1851"/>
            <a:chExt cx="462" cy="478"/>
          </a:xfrm>
        </p:grpSpPr>
        <p:pic>
          <p:nvPicPr>
            <p:cNvPr id="369" name="Picture 653" descr="iphone_stylized_small">
              <a:extLst>
                <a:ext uri="{FF2B5EF4-FFF2-40B4-BE49-F238E27FC236}">
                  <a16:creationId xmlns:a16="http://schemas.microsoft.com/office/drawing/2014/main" id="{6A302962-1680-A04D-B69F-7F3E5F6F54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0" name="Picture 654" descr="antenna_radiation_stylized">
              <a:extLst>
                <a:ext uri="{FF2B5EF4-FFF2-40B4-BE49-F238E27FC236}">
                  <a16:creationId xmlns:a16="http://schemas.microsoft.com/office/drawing/2014/main" id="{C6EC98A7-19FC-1745-AA2F-96FA4FE454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71" name="Group 950">
            <a:extLst>
              <a:ext uri="{FF2B5EF4-FFF2-40B4-BE49-F238E27FC236}">
                <a16:creationId xmlns:a16="http://schemas.microsoft.com/office/drawing/2014/main" id="{AF76C7C1-F5D8-6342-AF5C-D3B231A09266}"/>
              </a:ext>
            </a:extLst>
          </p:cNvPr>
          <p:cNvGrpSpPr>
            <a:grpSpLocks/>
          </p:cNvGrpSpPr>
          <p:nvPr/>
        </p:nvGrpSpPr>
        <p:grpSpPr bwMode="auto">
          <a:xfrm>
            <a:off x="10327730" y="4787257"/>
            <a:ext cx="177192" cy="330833"/>
            <a:chOff x="4140" y="429"/>
            <a:chExt cx="1425" cy="2396"/>
          </a:xfrm>
        </p:grpSpPr>
        <p:sp>
          <p:nvSpPr>
            <p:cNvPr id="372" name="Freeform 951">
              <a:extLst>
                <a:ext uri="{FF2B5EF4-FFF2-40B4-BE49-F238E27FC236}">
                  <a16:creationId xmlns:a16="http://schemas.microsoft.com/office/drawing/2014/main" id="{D2849A7E-B1C5-C74A-A8D9-BC8D0920FE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3" name="Rectangle 952">
              <a:extLst>
                <a:ext uri="{FF2B5EF4-FFF2-40B4-BE49-F238E27FC236}">
                  <a16:creationId xmlns:a16="http://schemas.microsoft.com/office/drawing/2014/main" id="{E9E5770D-8A9F-FB46-89A2-04825C3931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74" name="Freeform 953">
              <a:extLst>
                <a:ext uri="{FF2B5EF4-FFF2-40B4-BE49-F238E27FC236}">
                  <a16:creationId xmlns:a16="http://schemas.microsoft.com/office/drawing/2014/main" id="{0E239736-0728-284A-B0B4-C1B7FA11A27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5" name="Freeform 954">
              <a:extLst>
                <a:ext uri="{FF2B5EF4-FFF2-40B4-BE49-F238E27FC236}">
                  <a16:creationId xmlns:a16="http://schemas.microsoft.com/office/drawing/2014/main" id="{F114EC93-A19B-1543-9627-1A8C3FD96B3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6" name="Rectangle 955">
              <a:extLst>
                <a:ext uri="{FF2B5EF4-FFF2-40B4-BE49-F238E27FC236}">
                  <a16:creationId xmlns:a16="http://schemas.microsoft.com/office/drawing/2014/main" id="{CED0094B-8557-0541-B7EE-8FA350D782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377" name="Group 956">
              <a:extLst>
                <a:ext uri="{FF2B5EF4-FFF2-40B4-BE49-F238E27FC236}">
                  <a16:creationId xmlns:a16="http://schemas.microsoft.com/office/drawing/2014/main" id="{A1465FD4-1D70-5641-803C-0950E2AF32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02" name="AutoShape 957">
                <a:extLst>
                  <a:ext uri="{FF2B5EF4-FFF2-40B4-BE49-F238E27FC236}">
                    <a16:creationId xmlns:a16="http://schemas.microsoft.com/office/drawing/2014/main" id="{FF024338-1F9F-E64C-BA98-C28690618D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403" name="AutoShape 958">
                <a:extLst>
                  <a:ext uri="{FF2B5EF4-FFF2-40B4-BE49-F238E27FC236}">
                    <a16:creationId xmlns:a16="http://schemas.microsoft.com/office/drawing/2014/main" id="{A90F11D2-082B-0748-982F-1A09061DD1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78" name="Rectangle 959">
              <a:extLst>
                <a:ext uri="{FF2B5EF4-FFF2-40B4-BE49-F238E27FC236}">
                  <a16:creationId xmlns:a16="http://schemas.microsoft.com/office/drawing/2014/main" id="{B9B5D7EF-E5F6-CF40-AF5E-871CC68720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379" name="Group 960">
              <a:extLst>
                <a:ext uri="{FF2B5EF4-FFF2-40B4-BE49-F238E27FC236}">
                  <a16:creationId xmlns:a16="http://schemas.microsoft.com/office/drawing/2014/main" id="{893C9D91-E30F-254B-8709-D7B10987E0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00" name="AutoShape 961">
                <a:extLst>
                  <a:ext uri="{FF2B5EF4-FFF2-40B4-BE49-F238E27FC236}">
                    <a16:creationId xmlns:a16="http://schemas.microsoft.com/office/drawing/2014/main" id="{FD337E36-AAFD-7948-A91E-B5AA5B523F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401" name="AutoShape 962">
                <a:extLst>
                  <a:ext uri="{FF2B5EF4-FFF2-40B4-BE49-F238E27FC236}">
                    <a16:creationId xmlns:a16="http://schemas.microsoft.com/office/drawing/2014/main" id="{B25EBDF7-1063-CD45-8C78-3C80EEE90D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80" name="Rectangle 963">
              <a:extLst>
                <a:ext uri="{FF2B5EF4-FFF2-40B4-BE49-F238E27FC236}">
                  <a16:creationId xmlns:a16="http://schemas.microsoft.com/office/drawing/2014/main" id="{47917FD8-A5F3-2344-A7FA-192C29C6B3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81" name="Rectangle 964">
              <a:extLst>
                <a:ext uri="{FF2B5EF4-FFF2-40B4-BE49-F238E27FC236}">
                  <a16:creationId xmlns:a16="http://schemas.microsoft.com/office/drawing/2014/main" id="{1E21C3D1-A0E4-B84F-9506-1421B02DFD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382" name="Group 965">
              <a:extLst>
                <a:ext uri="{FF2B5EF4-FFF2-40B4-BE49-F238E27FC236}">
                  <a16:creationId xmlns:a16="http://schemas.microsoft.com/office/drawing/2014/main" id="{45BB4E0B-44B3-BC42-80F8-C383301207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98" name="AutoShape 966">
                <a:extLst>
                  <a:ext uri="{FF2B5EF4-FFF2-40B4-BE49-F238E27FC236}">
                    <a16:creationId xmlns:a16="http://schemas.microsoft.com/office/drawing/2014/main" id="{5089C825-4B65-8144-9807-140695E57B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99" name="AutoShape 967">
                <a:extLst>
                  <a:ext uri="{FF2B5EF4-FFF2-40B4-BE49-F238E27FC236}">
                    <a16:creationId xmlns:a16="http://schemas.microsoft.com/office/drawing/2014/main" id="{AC316D23-4BD4-7146-805E-E8DEB4709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83" name="Freeform 968">
              <a:extLst>
                <a:ext uri="{FF2B5EF4-FFF2-40B4-BE49-F238E27FC236}">
                  <a16:creationId xmlns:a16="http://schemas.microsoft.com/office/drawing/2014/main" id="{D86D7270-8ED3-124A-9E2E-6DF83A549C4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84" name="Group 969">
              <a:extLst>
                <a:ext uri="{FF2B5EF4-FFF2-40B4-BE49-F238E27FC236}">
                  <a16:creationId xmlns:a16="http://schemas.microsoft.com/office/drawing/2014/main" id="{8DE36044-7959-034A-9850-824255D10C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96" name="AutoShape 970">
                <a:extLst>
                  <a:ext uri="{FF2B5EF4-FFF2-40B4-BE49-F238E27FC236}">
                    <a16:creationId xmlns:a16="http://schemas.microsoft.com/office/drawing/2014/main" id="{AD7D10B9-3D29-B44E-A276-AD50E81D85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97" name="AutoShape 971">
                <a:extLst>
                  <a:ext uri="{FF2B5EF4-FFF2-40B4-BE49-F238E27FC236}">
                    <a16:creationId xmlns:a16="http://schemas.microsoft.com/office/drawing/2014/main" id="{3C43EED5-9617-A141-92DA-588F104A05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85" name="Rectangle 972">
              <a:extLst>
                <a:ext uri="{FF2B5EF4-FFF2-40B4-BE49-F238E27FC236}">
                  <a16:creationId xmlns:a16="http://schemas.microsoft.com/office/drawing/2014/main" id="{309122D6-CDEC-0E4D-AB02-8AD2F05A98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86" name="Freeform 973">
              <a:extLst>
                <a:ext uri="{FF2B5EF4-FFF2-40B4-BE49-F238E27FC236}">
                  <a16:creationId xmlns:a16="http://schemas.microsoft.com/office/drawing/2014/main" id="{C2C6FB9B-166E-D144-B468-0B6400C3525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7" name="Freeform 974">
              <a:extLst>
                <a:ext uri="{FF2B5EF4-FFF2-40B4-BE49-F238E27FC236}">
                  <a16:creationId xmlns:a16="http://schemas.microsoft.com/office/drawing/2014/main" id="{E6ADF4F4-EA44-994E-A1C4-A0E36E60FB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8" name="Oval 975">
              <a:extLst>
                <a:ext uri="{FF2B5EF4-FFF2-40B4-BE49-F238E27FC236}">
                  <a16:creationId xmlns:a16="http://schemas.microsoft.com/office/drawing/2014/main" id="{45BEFB37-FDA8-CE4F-9BFB-E1AE0A5602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89" name="Freeform 976">
              <a:extLst>
                <a:ext uri="{FF2B5EF4-FFF2-40B4-BE49-F238E27FC236}">
                  <a16:creationId xmlns:a16="http://schemas.microsoft.com/office/drawing/2014/main" id="{CB3E8C11-D7E3-CA45-9585-2A7AB3F3CF1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0" name="AutoShape 977">
              <a:extLst>
                <a:ext uri="{FF2B5EF4-FFF2-40B4-BE49-F238E27FC236}">
                  <a16:creationId xmlns:a16="http://schemas.microsoft.com/office/drawing/2014/main" id="{797F44FB-9139-1D49-A39A-ADF0AB18A6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91" name="AutoShape 978">
              <a:extLst>
                <a:ext uri="{FF2B5EF4-FFF2-40B4-BE49-F238E27FC236}">
                  <a16:creationId xmlns:a16="http://schemas.microsoft.com/office/drawing/2014/main" id="{F3116DDE-2491-5745-AA50-791A2002A5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92" name="Oval 979">
              <a:extLst>
                <a:ext uri="{FF2B5EF4-FFF2-40B4-BE49-F238E27FC236}">
                  <a16:creationId xmlns:a16="http://schemas.microsoft.com/office/drawing/2014/main" id="{0454944D-214D-D448-990A-CB6489F78D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93" name="Oval 980">
              <a:extLst>
                <a:ext uri="{FF2B5EF4-FFF2-40B4-BE49-F238E27FC236}">
                  <a16:creationId xmlns:a16="http://schemas.microsoft.com/office/drawing/2014/main" id="{FDB30FB1-054A-DB49-80D6-4533675055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94" name="Oval 981">
              <a:extLst>
                <a:ext uri="{FF2B5EF4-FFF2-40B4-BE49-F238E27FC236}">
                  <a16:creationId xmlns:a16="http://schemas.microsoft.com/office/drawing/2014/main" id="{F1F894FB-3695-DD44-88EE-B9E401CCD6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95" name="Rectangle 982">
              <a:extLst>
                <a:ext uri="{FF2B5EF4-FFF2-40B4-BE49-F238E27FC236}">
                  <a16:creationId xmlns:a16="http://schemas.microsoft.com/office/drawing/2014/main" id="{9146A0DC-0193-EE48-95A6-53E4DA1B42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grpSp>
        <p:nvGrpSpPr>
          <p:cNvPr id="404" name="Group 403">
            <a:extLst>
              <a:ext uri="{FF2B5EF4-FFF2-40B4-BE49-F238E27FC236}">
                <a16:creationId xmlns:a16="http://schemas.microsoft.com/office/drawing/2014/main" id="{B69016E6-742F-A54C-99B3-53020F7590C2}"/>
              </a:ext>
            </a:extLst>
          </p:cNvPr>
          <p:cNvGrpSpPr/>
          <p:nvPr/>
        </p:nvGrpSpPr>
        <p:grpSpPr>
          <a:xfrm>
            <a:off x="6645453" y="2199599"/>
            <a:ext cx="1038308" cy="956788"/>
            <a:chOff x="6571713" y="2686293"/>
            <a:chExt cx="1038308" cy="956788"/>
          </a:xfrm>
        </p:grpSpPr>
        <p:sp>
          <p:nvSpPr>
            <p:cNvPr id="405" name="Freeform 917">
              <a:extLst>
                <a:ext uri="{FF2B5EF4-FFF2-40B4-BE49-F238E27FC236}">
                  <a16:creationId xmlns:a16="http://schemas.microsoft.com/office/drawing/2014/main" id="{43226370-9D78-EC4D-8916-75551D68220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7291095" y="2700162"/>
              <a:ext cx="318926" cy="942919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  <a:gd name="connsiteX0" fmla="*/ 0 w 10140"/>
                <a:gd name="connsiteY0" fmla="*/ 9728 h 9728"/>
                <a:gd name="connsiteX1" fmla="*/ 10140 w 10140"/>
                <a:gd name="connsiteY1" fmla="*/ 0 h 9728"/>
                <a:gd name="connsiteX2" fmla="*/ 10140 w 10140"/>
                <a:gd name="connsiteY2" fmla="*/ 8670 h 9728"/>
                <a:gd name="connsiteX3" fmla="*/ 0 w 10140"/>
                <a:gd name="connsiteY3" fmla="*/ 9728 h 9728"/>
                <a:gd name="connsiteX0" fmla="*/ 319 w 10319"/>
                <a:gd name="connsiteY0" fmla="*/ 10000 h 10000"/>
                <a:gd name="connsiteX1" fmla="*/ 0 w 10319"/>
                <a:gd name="connsiteY1" fmla="*/ 9878 h 10000"/>
                <a:gd name="connsiteX2" fmla="*/ 10319 w 10319"/>
                <a:gd name="connsiteY2" fmla="*/ 0 h 10000"/>
                <a:gd name="connsiteX3" fmla="*/ 10319 w 10319"/>
                <a:gd name="connsiteY3" fmla="*/ 8912 h 10000"/>
                <a:gd name="connsiteX4" fmla="*/ 319 w 10319"/>
                <a:gd name="connsiteY4" fmla="*/ 10000 h 10000"/>
                <a:gd name="connsiteX0" fmla="*/ 2669 w 10319"/>
                <a:gd name="connsiteY0" fmla="*/ 10279 h 10279"/>
                <a:gd name="connsiteX1" fmla="*/ 0 w 10319"/>
                <a:gd name="connsiteY1" fmla="*/ 9878 h 10279"/>
                <a:gd name="connsiteX2" fmla="*/ 10319 w 10319"/>
                <a:gd name="connsiteY2" fmla="*/ 0 h 10279"/>
                <a:gd name="connsiteX3" fmla="*/ 10319 w 10319"/>
                <a:gd name="connsiteY3" fmla="*/ 8912 h 10279"/>
                <a:gd name="connsiteX4" fmla="*/ 2669 w 10319"/>
                <a:gd name="connsiteY4" fmla="*/ 10279 h 10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19" h="10279">
                  <a:moveTo>
                    <a:pt x="2669" y="10279"/>
                  </a:moveTo>
                  <a:lnTo>
                    <a:pt x="0" y="9878"/>
                  </a:lnTo>
                  <a:lnTo>
                    <a:pt x="10319" y="0"/>
                  </a:lnTo>
                  <a:lnTo>
                    <a:pt x="10319" y="8912"/>
                  </a:lnTo>
                  <a:lnTo>
                    <a:pt x="2669" y="10279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99000">
                  <a:schemeClr val="bg1">
                    <a:lumMod val="75000"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06" name="Group 405">
              <a:extLst>
                <a:ext uri="{FF2B5EF4-FFF2-40B4-BE49-F238E27FC236}">
                  <a16:creationId xmlns:a16="http://schemas.microsoft.com/office/drawing/2014/main" id="{7B460BEF-113A-4D46-B357-32873038726E}"/>
                </a:ext>
              </a:extLst>
            </p:cNvPr>
            <p:cNvGrpSpPr/>
            <p:nvPr/>
          </p:nvGrpSpPr>
          <p:grpSpPr>
            <a:xfrm>
              <a:off x="6571713" y="2686293"/>
              <a:ext cx="764135" cy="854075"/>
              <a:chOff x="6571713" y="2686293"/>
              <a:chExt cx="764135" cy="854075"/>
            </a:xfrm>
          </p:grpSpPr>
          <p:sp>
            <p:nvSpPr>
              <p:cNvPr id="407" name="Rectangle 228">
                <a:extLst>
                  <a:ext uri="{FF2B5EF4-FFF2-40B4-BE49-F238E27FC236}">
                    <a16:creationId xmlns:a16="http://schemas.microsoft.com/office/drawing/2014/main" id="{0A035909-0149-B547-AC2C-2ECC9624B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41713" y="2722275"/>
                <a:ext cx="647951" cy="77722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08" name="Rectangle 229">
                <a:extLst>
                  <a:ext uri="{FF2B5EF4-FFF2-40B4-BE49-F238E27FC236}">
                    <a16:creationId xmlns:a16="http://schemas.microsoft.com/office/drawing/2014/main" id="{3AF07C6D-868F-CD40-8D55-7309E9251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42457" y="3037370"/>
                <a:ext cx="648594" cy="158772"/>
              </a:xfrm>
              <a:prstGeom prst="rect">
                <a:avLst/>
              </a:prstGeom>
              <a:solidFill>
                <a:srgbClr val="CC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09" name="Text Box 230">
                <a:extLst>
                  <a:ext uri="{FF2B5EF4-FFF2-40B4-BE49-F238E27FC236}">
                    <a16:creationId xmlns:a16="http://schemas.microsoft.com/office/drawing/2014/main" id="{FA2F1176-968A-5547-B506-B60EA8269B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71713" y="2686293"/>
                <a:ext cx="764135" cy="8540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application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transport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network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link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physical</a:t>
                </a: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410" name="Straight Connector 409">
                <a:extLst>
                  <a:ext uri="{FF2B5EF4-FFF2-40B4-BE49-F238E27FC236}">
                    <a16:creationId xmlns:a16="http://schemas.microsoft.com/office/drawing/2014/main" id="{3835E510-94A6-CB4A-8E83-683BD197AE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8631" y="2891320"/>
                <a:ext cx="64646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1" name="Straight Connector 410">
                <a:extLst>
                  <a:ext uri="{FF2B5EF4-FFF2-40B4-BE49-F238E27FC236}">
                    <a16:creationId xmlns:a16="http://schemas.microsoft.com/office/drawing/2014/main" id="{825ED142-2B9E-A549-972C-96BCC6721F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8631" y="3040545"/>
                <a:ext cx="64646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2" name="Straight Connector 411">
                <a:extLst>
                  <a:ext uri="{FF2B5EF4-FFF2-40B4-BE49-F238E27FC236}">
                    <a16:creationId xmlns:a16="http://schemas.microsoft.com/office/drawing/2014/main" id="{9C667C7E-38FB-6240-9A45-08553E60B3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8631" y="3189770"/>
                <a:ext cx="64646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3" name="Straight Connector 412">
                <a:extLst>
                  <a:ext uri="{FF2B5EF4-FFF2-40B4-BE49-F238E27FC236}">
                    <a16:creationId xmlns:a16="http://schemas.microsoft.com/office/drawing/2014/main" id="{B377B3B6-C07B-2C45-B4CE-756D355F10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8631" y="3338995"/>
                <a:ext cx="64646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14" name="Group 413">
            <a:extLst>
              <a:ext uri="{FF2B5EF4-FFF2-40B4-BE49-F238E27FC236}">
                <a16:creationId xmlns:a16="http://schemas.microsoft.com/office/drawing/2014/main" id="{6BCDFE43-082B-374D-BFAC-C14D91216ED1}"/>
              </a:ext>
            </a:extLst>
          </p:cNvPr>
          <p:cNvGrpSpPr/>
          <p:nvPr/>
        </p:nvGrpSpPr>
        <p:grpSpPr>
          <a:xfrm>
            <a:off x="10275746" y="4871177"/>
            <a:ext cx="970347" cy="854075"/>
            <a:chOff x="10202006" y="5357871"/>
            <a:chExt cx="970347" cy="854075"/>
          </a:xfrm>
        </p:grpSpPr>
        <p:sp>
          <p:nvSpPr>
            <p:cNvPr id="415" name="Freeform 917">
              <a:extLst>
                <a:ext uri="{FF2B5EF4-FFF2-40B4-BE49-F238E27FC236}">
                  <a16:creationId xmlns:a16="http://schemas.microsoft.com/office/drawing/2014/main" id="{520596A5-5B2A-9945-9D32-0D830B0886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02006" y="5397682"/>
              <a:ext cx="281273" cy="773122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  <a:gd name="connsiteX0" fmla="*/ 0 w 10140"/>
                <a:gd name="connsiteY0" fmla="*/ 9728 h 9728"/>
                <a:gd name="connsiteX1" fmla="*/ 10140 w 10140"/>
                <a:gd name="connsiteY1" fmla="*/ 0 h 9728"/>
                <a:gd name="connsiteX2" fmla="*/ 10140 w 10140"/>
                <a:gd name="connsiteY2" fmla="*/ 8670 h 9728"/>
                <a:gd name="connsiteX3" fmla="*/ 0 w 10140"/>
                <a:gd name="connsiteY3" fmla="*/ 9728 h 9728"/>
                <a:gd name="connsiteX0" fmla="*/ 319 w 10319"/>
                <a:gd name="connsiteY0" fmla="*/ 10000 h 10000"/>
                <a:gd name="connsiteX1" fmla="*/ 0 w 10319"/>
                <a:gd name="connsiteY1" fmla="*/ 9878 h 10000"/>
                <a:gd name="connsiteX2" fmla="*/ 10319 w 10319"/>
                <a:gd name="connsiteY2" fmla="*/ 0 h 10000"/>
                <a:gd name="connsiteX3" fmla="*/ 10319 w 10319"/>
                <a:gd name="connsiteY3" fmla="*/ 8912 h 10000"/>
                <a:gd name="connsiteX4" fmla="*/ 319 w 10319"/>
                <a:gd name="connsiteY4" fmla="*/ 10000 h 10000"/>
                <a:gd name="connsiteX0" fmla="*/ 2669 w 10319"/>
                <a:gd name="connsiteY0" fmla="*/ 10279 h 10279"/>
                <a:gd name="connsiteX1" fmla="*/ 0 w 10319"/>
                <a:gd name="connsiteY1" fmla="*/ 9878 h 10279"/>
                <a:gd name="connsiteX2" fmla="*/ 10319 w 10319"/>
                <a:gd name="connsiteY2" fmla="*/ 0 h 10279"/>
                <a:gd name="connsiteX3" fmla="*/ 10319 w 10319"/>
                <a:gd name="connsiteY3" fmla="*/ 8912 h 10279"/>
                <a:gd name="connsiteX4" fmla="*/ 2669 w 10319"/>
                <a:gd name="connsiteY4" fmla="*/ 10279 h 10279"/>
                <a:gd name="connsiteX0" fmla="*/ 2669 w 10319"/>
                <a:gd name="connsiteY0" fmla="*/ 10279 h 11889"/>
                <a:gd name="connsiteX1" fmla="*/ 0 w 10319"/>
                <a:gd name="connsiteY1" fmla="*/ 9878 h 11889"/>
                <a:gd name="connsiteX2" fmla="*/ 10319 w 10319"/>
                <a:gd name="connsiteY2" fmla="*/ 0 h 11889"/>
                <a:gd name="connsiteX3" fmla="*/ 10011 w 10319"/>
                <a:gd name="connsiteY3" fmla="*/ 11889 h 11889"/>
                <a:gd name="connsiteX4" fmla="*/ 2669 w 10319"/>
                <a:gd name="connsiteY4" fmla="*/ 10279 h 11889"/>
                <a:gd name="connsiteX0" fmla="*/ 2669 w 10024"/>
                <a:gd name="connsiteY0" fmla="*/ 6818 h 8428"/>
                <a:gd name="connsiteX1" fmla="*/ 0 w 10024"/>
                <a:gd name="connsiteY1" fmla="*/ 6417 h 8428"/>
                <a:gd name="connsiteX2" fmla="*/ 9703 w 10024"/>
                <a:gd name="connsiteY2" fmla="*/ 0 h 8428"/>
                <a:gd name="connsiteX3" fmla="*/ 10011 w 10024"/>
                <a:gd name="connsiteY3" fmla="*/ 8428 h 8428"/>
                <a:gd name="connsiteX4" fmla="*/ 2669 w 10024"/>
                <a:gd name="connsiteY4" fmla="*/ 6818 h 8428"/>
                <a:gd name="connsiteX0" fmla="*/ 1741 w 9078"/>
                <a:gd name="connsiteY0" fmla="*/ 8090 h 10000"/>
                <a:gd name="connsiteX1" fmla="*/ 0 w 9078"/>
                <a:gd name="connsiteY1" fmla="*/ 6834 h 10000"/>
                <a:gd name="connsiteX2" fmla="*/ 8758 w 9078"/>
                <a:gd name="connsiteY2" fmla="*/ 0 h 10000"/>
                <a:gd name="connsiteX3" fmla="*/ 9065 w 9078"/>
                <a:gd name="connsiteY3" fmla="*/ 10000 h 10000"/>
                <a:gd name="connsiteX4" fmla="*/ 1741 w 9078"/>
                <a:gd name="connsiteY4" fmla="*/ 8090 h 10000"/>
                <a:gd name="connsiteX0" fmla="*/ 112 w 10001"/>
                <a:gd name="connsiteY0" fmla="*/ 7638 h 10000"/>
                <a:gd name="connsiteX1" fmla="*/ 0 w 10001"/>
                <a:gd name="connsiteY1" fmla="*/ 6834 h 10000"/>
                <a:gd name="connsiteX2" fmla="*/ 9647 w 10001"/>
                <a:gd name="connsiteY2" fmla="*/ 0 h 10000"/>
                <a:gd name="connsiteX3" fmla="*/ 9986 w 10001"/>
                <a:gd name="connsiteY3" fmla="*/ 10000 h 10000"/>
                <a:gd name="connsiteX4" fmla="*/ 112 w 10001"/>
                <a:gd name="connsiteY4" fmla="*/ 7638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1" h="10000">
                  <a:moveTo>
                    <a:pt x="112" y="7638"/>
                  </a:moveTo>
                  <a:cubicBezTo>
                    <a:pt x="75" y="7370"/>
                    <a:pt x="37" y="7102"/>
                    <a:pt x="0" y="6834"/>
                  </a:cubicBezTo>
                  <a:lnTo>
                    <a:pt x="9647" y="0"/>
                  </a:lnTo>
                  <a:cubicBezTo>
                    <a:pt x="9534" y="4702"/>
                    <a:pt x="10099" y="5298"/>
                    <a:pt x="9986" y="10000"/>
                  </a:cubicBezTo>
                  <a:lnTo>
                    <a:pt x="112" y="7638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99000">
                  <a:schemeClr val="bg1">
                    <a:lumMod val="75000"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16" name="Group 415">
              <a:extLst>
                <a:ext uri="{FF2B5EF4-FFF2-40B4-BE49-F238E27FC236}">
                  <a16:creationId xmlns:a16="http://schemas.microsoft.com/office/drawing/2014/main" id="{061433BA-6DAB-D442-9512-DE9662690BAE}"/>
                </a:ext>
              </a:extLst>
            </p:cNvPr>
            <p:cNvGrpSpPr/>
            <p:nvPr/>
          </p:nvGrpSpPr>
          <p:grpSpPr>
            <a:xfrm>
              <a:off x="10408218" y="5357871"/>
              <a:ext cx="764135" cy="854075"/>
              <a:chOff x="6571713" y="2686293"/>
              <a:chExt cx="764135" cy="854075"/>
            </a:xfrm>
          </p:grpSpPr>
          <p:sp>
            <p:nvSpPr>
              <p:cNvPr id="417" name="Rectangle 228">
                <a:extLst>
                  <a:ext uri="{FF2B5EF4-FFF2-40B4-BE49-F238E27FC236}">
                    <a16:creationId xmlns:a16="http://schemas.microsoft.com/office/drawing/2014/main" id="{CC1942E1-72C1-CA44-8BFE-0BA6171C09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41713" y="2722275"/>
                <a:ext cx="647951" cy="77722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18" name="Rectangle 229">
                <a:extLst>
                  <a:ext uri="{FF2B5EF4-FFF2-40B4-BE49-F238E27FC236}">
                    <a16:creationId xmlns:a16="http://schemas.microsoft.com/office/drawing/2014/main" id="{D6CBE469-BC9E-004E-BD94-9396D7CF2E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42457" y="3037370"/>
                <a:ext cx="648594" cy="158772"/>
              </a:xfrm>
              <a:prstGeom prst="rect">
                <a:avLst/>
              </a:prstGeom>
              <a:solidFill>
                <a:srgbClr val="CC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19" name="Text Box 230">
                <a:extLst>
                  <a:ext uri="{FF2B5EF4-FFF2-40B4-BE49-F238E27FC236}">
                    <a16:creationId xmlns:a16="http://schemas.microsoft.com/office/drawing/2014/main" id="{E7797668-DDE1-8741-B012-FB3FB645C1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71713" y="2686293"/>
                <a:ext cx="764135" cy="8540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application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transport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network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link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physical</a:t>
                </a: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420" name="Straight Connector 419">
                <a:extLst>
                  <a:ext uri="{FF2B5EF4-FFF2-40B4-BE49-F238E27FC236}">
                    <a16:creationId xmlns:a16="http://schemas.microsoft.com/office/drawing/2014/main" id="{0098DE4C-ADDA-6742-9A9A-1859EC5187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8631" y="2891320"/>
                <a:ext cx="64646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1" name="Straight Connector 420">
                <a:extLst>
                  <a:ext uri="{FF2B5EF4-FFF2-40B4-BE49-F238E27FC236}">
                    <a16:creationId xmlns:a16="http://schemas.microsoft.com/office/drawing/2014/main" id="{15F87BB5-6BF8-0D45-881A-0F1A285B65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8631" y="3040545"/>
                <a:ext cx="64646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2" name="Straight Connector 421">
                <a:extLst>
                  <a:ext uri="{FF2B5EF4-FFF2-40B4-BE49-F238E27FC236}">
                    <a16:creationId xmlns:a16="http://schemas.microsoft.com/office/drawing/2014/main" id="{6E17E2B0-E88F-0C4C-8D14-35BF54AEF8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8631" y="3189770"/>
                <a:ext cx="64646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3" name="Straight Connector 422">
                <a:extLst>
                  <a:ext uri="{FF2B5EF4-FFF2-40B4-BE49-F238E27FC236}">
                    <a16:creationId xmlns:a16="http://schemas.microsoft.com/office/drawing/2014/main" id="{1EC817AF-81B9-5541-8AF2-78F3EC7705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8631" y="3338995"/>
                <a:ext cx="64646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24" name="Group 950">
            <a:extLst>
              <a:ext uri="{FF2B5EF4-FFF2-40B4-BE49-F238E27FC236}">
                <a16:creationId xmlns:a16="http://schemas.microsoft.com/office/drawing/2014/main" id="{0CD04385-CC0A-AD4F-A272-DAED82232C18}"/>
              </a:ext>
            </a:extLst>
          </p:cNvPr>
          <p:cNvGrpSpPr>
            <a:grpSpLocks/>
          </p:cNvGrpSpPr>
          <p:nvPr/>
        </p:nvGrpSpPr>
        <p:grpSpPr bwMode="auto">
          <a:xfrm>
            <a:off x="10076248" y="5129706"/>
            <a:ext cx="214974" cy="403920"/>
            <a:chOff x="4140" y="429"/>
            <a:chExt cx="1425" cy="2396"/>
          </a:xfrm>
        </p:grpSpPr>
        <p:sp>
          <p:nvSpPr>
            <p:cNvPr id="425" name="Freeform 951">
              <a:extLst>
                <a:ext uri="{FF2B5EF4-FFF2-40B4-BE49-F238E27FC236}">
                  <a16:creationId xmlns:a16="http://schemas.microsoft.com/office/drawing/2014/main" id="{FE96A2FA-F87C-C540-B03C-04FDC45ECA5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6" name="Rectangle 952">
              <a:extLst>
                <a:ext uri="{FF2B5EF4-FFF2-40B4-BE49-F238E27FC236}">
                  <a16:creationId xmlns:a16="http://schemas.microsoft.com/office/drawing/2014/main" id="{90EBC098-1E29-C045-B622-D8C3CEAFBF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27" name="Freeform 953">
              <a:extLst>
                <a:ext uri="{FF2B5EF4-FFF2-40B4-BE49-F238E27FC236}">
                  <a16:creationId xmlns:a16="http://schemas.microsoft.com/office/drawing/2014/main" id="{E706D605-E639-B347-BDB9-90E15742A9B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8" name="Freeform 954">
              <a:extLst>
                <a:ext uri="{FF2B5EF4-FFF2-40B4-BE49-F238E27FC236}">
                  <a16:creationId xmlns:a16="http://schemas.microsoft.com/office/drawing/2014/main" id="{6F580A31-840F-044C-B64F-E36B1F7C90A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9" name="Rectangle 955">
              <a:extLst>
                <a:ext uri="{FF2B5EF4-FFF2-40B4-BE49-F238E27FC236}">
                  <a16:creationId xmlns:a16="http://schemas.microsoft.com/office/drawing/2014/main" id="{70BBB359-B08E-104F-AA2E-1981815597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430" name="Group 956">
              <a:extLst>
                <a:ext uri="{FF2B5EF4-FFF2-40B4-BE49-F238E27FC236}">
                  <a16:creationId xmlns:a16="http://schemas.microsoft.com/office/drawing/2014/main" id="{4A301782-0364-8842-A0CF-4131092EBF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55" name="AutoShape 957">
                <a:extLst>
                  <a:ext uri="{FF2B5EF4-FFF2-40B4-BE49-F238E27FC236}">
                    <a16:creationId xmlns:a16="http://schemas.microsoft.com/office/drawing/2014/main" id="{F360B4DE-6278-2944-81FB-7D667CF0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456" name="AutoShape 958">
                <a:extLst>
                  <a:ext uri="{FF2B5EF4-FFF2-40B4-BE49-F238E27FC236}">
                    <a16:creationId xmlns:a16="http://schemas.microsoft.com/office/drawing/2014/main" id="{0AEDDBBD-7452-DD49-8989-332C8A0C96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31" name="Rectangle 959">
              <a:extLst>
                <a:ext uri="{FF2B5EF4-FFF2-40B4-BE49-F238E27FC236}">
                  <a16:creationId xmlns:a16="http://schemas.microsoft.com/office/drawing/2014/main" id="{A2E11B06-7085-7C4E-8774-3106FEBBD6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432" name="Group 960">
              <a:extLst>
                <a:ext uri="{FF2B5EF4-FFF2-40B4-BE49-F238E27FC236}">
                  <a16:creationId xmlns:a16="http://schemas.microsoft.com/office/drawing/2014/main" id="{81ECCBAC-4FA0-1946-8149-C5B75FB8BC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53" name="AutoShape 961">
                <a:extLst>
                  <a:ext uri="{FF2B5EF4-FFF2-40B4-BE49-F238E27FC236}">
                    <a16:creationId xmlns:a16="http://schemas.microsoft.com/office/drawing/2014/main" id="{ABD69479-4D63-CE4F-B317-778A5AB5FD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454" name="AutoShape 962">
                <a:extLst>
                  <a:ext uri="{FF2B5EF4-FFF2-40B4-BE49-F238E27FC236}">
                    <a16:creationId xmlns:a16="http://schemas.microsoft.com/office/drawing/2014/main" id="{1DCF8128-7E5B-3749-916E-F3D6506A09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33" name="Rectangle 963">
              <a:extLst>
                <a:ext uri="{FF2B5EF4-FFF2-40B4-BE49-F238E27FC236}">
                  <a16:creationId xmlns:a16="http://schemas.microsoft.com/office/drawing/2014/main" id="{C56FF00F-1A4E-F449-902D-4AE714B964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34" name="Rectangle 964">
              <a:extLst>
                <a:ext uri="{FF2B5EF4-FFF2-40B4-BE49-F238E27FC236}">
                  <a16:creationId xmlns:a16="http://schemas.microsoft.com/office/drawing/2014/main" id="{62C83B26-71F4-5342-BEB3-321344091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435" name="Group 965">
              <a:extLst>
                <a:ext uri="{FF2B5EF4-FFF2-40B4-BE49-F238E27FC236}">
                  <a16:creationId xmlns:a16="http://schemas.microsoft.com/office/drawing/2014/main" id="{CE265763-8900-624C-AF24-B2E5D56A65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51" name="AutoShape 966">
                <a:extLst>
                  <a:ext uri="{FF2B5EF4-FFF2-40B4-BE49-F238E27FC236}">
                    <a16:creationId xmlns:a16="http://schemas.microsoft.com/office/drawing/2014/main" id="{ABEC4C86-7C8B-4943-B487-4DB393189A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452" name="AutoShape 967">
                <a:extLst>
                  <a:ext uri="{FF2B5EF4-FFF2-40B4-BE49-F238E27FC236}">
                    <a16:creationId xmlns:a16="http://schemas.microsoft.com/office/drawing/2014/main" id="{78EB5B7C-20E1-ED4D-8C0D-850A79CB24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36" name="Freeform 968">
              <a:extLst>
                <a:ext uri="{FF2B5EF4-FFF2-40B4-BE49-F238E27FC236}">
                  <a16:creationId xmlns:a16="http://schemas.microsoft.com/office/drawing/2014/main" id="{368674BE-3325-A94B-81BB-778F18DEB9F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37" name="Group 969">
              <a:extLst>
                <a:ext uri="{FF2B5EF4-FFF2-40B4-BE49-F238E27FC236}">
                  <a16:creationId xmlns:a16="http://schemas.microsoft.com/office/drawing/2014/main" id="{6FED7E22-4916-EF46-A0A7-B64DF9E881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49" name="AutoShape 970">
                <a:extLst>
                  <a:ext uri="{FF2B5EF4-FFF2-40B4-BE49-F238E27FC236}">
                    <a16:creationId xmlns:a16="http://schemas.microsoft.com/office/drawing/2014/main" id="{74CDCA80-D418-3148-BC55-51E4899D4C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450" name="AutoShape 971">
                <a:extLst>
                  <a:ext uri="{FF2B5EF4-FFF2-40B4-BE49-F238E27FC236}">
                    <a16:creationId xmlns:a16="http://schemas.microsoft.com/office/drawing/2014/main" id="{8FD3C783-4FA4-AC40-AB3B-3866A93D6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38" name="Rectangle 972">
              <a:extLst>
                <a:ext uri="{FF2B5EF4-FFF2-40B4-BE49-F238E27FC236}">
                  <a16:creationId xmlns:a16="http://schemas.microsoft.com/office/drawing/2014/main" id="{E9DD616E-C632-3C45-855B-E4577EADDB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39" name="Freeform 973">
              <a:extLst>
                <a:ext uri="{FF2B5EF4-FFF2-40B4-BE49-F238E27FC236}">
                  <a16:creationId xmlns:a16="http://schemas.microsoft.com/office/drawing/2014/main" id="{0CE1791D-2F0D-1349-ACF7-5365E4B5DE0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0" name="Freeform 974">
              <a:extLst>
                <a:ext uri="{FF2B5EF4-FFF2-40B4-BE49-F238E27FC236}">
                  <a16:creationId xmlns:a16="http://schemas.microsoft.com/office/drawing/2014/main" id="{E3A13E73-03B9-F54D-B31C-A6E48AFF90A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1" name="Oval 975">
              <a:extLst>
                <a:ext uri="{FF2B5EF4-FFF2-40B4-BE49-F238E27FC236}">
                  <a16:creationId xmlns:a16="http://schemas.microsoft.com/office/drawing/2014/main" id="{2A75A4F5-615F-EB46-89FC-38E2211C44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42" name="Freeform 976">
              <a:extLst>
                <a:ext uri="{FF2B5EF4-FFF2-40B4-BE49-F238E27FC236}">
                  <a16:creationId xmlns:a16="http://schemas.microsoft.com/office/drawing/2014/main" id="{A6EB25B5-85F4-894D-BBC4-0185118E6AC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3" name="AutoShape 977">
              <a:extLst>
                <a:ext uri="{FF2B5EF4-FFF2-40B4-BE49-F238E27FC236}">
                  <a16:creationId xmlns:a16="http://schemas.microsoft.com/office/drawing/2014/main" id="{4CA2AC83-5323-2B4B-88F2-AAA45AFB21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44" name="AutoShape 978">
              <a:extLst>
                <a:ext uri="{FF2B5EF4-FFF2-40B4-BE49-F238E27FC236}">
                  <a16:creationId xmlns:a16="http://schemas.microsoft.com/office/drawing/2014/main" id="{0025D972-B3E1-8E43-801B-4E3E67EB17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45" name="Oval 979">
              <a:extLst>
                <a:ext uri="{FF2B5EF4-FFF2-40B4-BE49-F238E27FC236}">
                  <a16:creationId xmlns:a16="http://schemas.microsoft.com/office/drawing/2014/main" id="{545EC445-5888-3741-B9F1-47936A12B9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46" name="Oval 980">
              <a:extLst>
                <a:ext uri="{FF2B5EF4-FFF2-40B4-BE49-F238E27FC236}">
                  <a16:creationId xmlns:a16="http://schemas.microsoft.com/office/drawing/2014/main" id="{9B82F04E-BCFC-FB44-9636-45214AACC0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47" name="Oval 981">
              <a:extLst>
                <a:ext uri="{FF2B5EF4-FFF2-40B4-BE49-F238E27FC236}">
                  <a16:creationId xmlns:a16="http://schemas.microsoft.com/office/drawing/2014/main" id="{BB87FE73-AC88-5F4C-84A7-A1E5F1A790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48" name="Rectangle 982">
              <a:extLst>
                <a:ext uri="{FF2B5EF4-FFF2-40B4-BE49-F238E27FC236}">
                  <a16:creationId xmlns:a16="http://schemas.microsoft.com/office/drawing/2014/main" id="{78337DB0-E31B-0644-9C8C-86EA280512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grpSp>
        <p:nvGrpSpPr>
          <p:cNvPr id="457" name="Group 456">
            <a:extLst>
              <a:ext uri="{FF2B5EF4-FFF2-40B4-BE49-F238E27FC236}">
                <a16:creationId xmlns:a16="http://schemas.microsoft.com/office/drawing/2014/main" id="{BC230DA3-959C-4247-950A-6A5F64F4E6AE}"/>
              </a:ext>
            </a:extLst>
          </p:cNvPr>
          <p:cNvGrpSpPr/>
          <p:nvPr/>
        </p:nvGrpSpPr>
        <p:grpSpPr>
          <a:xfrm>
            <a:off x="9172528" y="3469930"/>
            <a:ext cx="367224" cy="240304"/>
            <a:chOff x="7493876" y="2774731"/>
            <a:chExt cx="1481958" cy="894622"/>
          </a:xfrm>
        </p:grpSpPr>
        <p:sp>
          <p:nvSpPr>
            <p:cNvPr id="458" name="Freeform 457">
              <a:extLst>
                <a:ext uri="{FF2B5EF4-FFF2-40B4-BE49-F238E27FC236}">
                  <a16:creationId xmlns:a16="http://schemas.microsoft.com/office/drawing/2014/main" id="{5293AB70-A538-324C-8957-2E62A591F1B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59" name="Oval 458">
              <a:extLst>
                <a:ext uri="{FF2B5EF4-FFF2-40B4-BE49-F238E27FC236}">
                  <a16:creationId xmlns:a16="http://schemas.microsoft.com/office/drawing/2014/main" id="{A2B20364-B820-F04C-85BC-3C2F7389269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60" name="Group 459">
              <a:extLst>
                <a:ext uri="{FF2B5EF4-FFF2-40B4-BE49-F238E27FC236}">
                  <a16:creationId xmlns:a16="http://schemas.microsoft.com/office/drawing/2014/main" id="{25A775AF-4F8C-A140-9E95-86BE6310501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61" name="Freeform 460">
                <a:extLst>
                  <a:ext uri="{FF2B5EF4-FFF2-40B4-BE49-F238E27FC236}">
                    <a16:creationId xmlns:a16="http://schemas.microsoft.com/office/drawing/2014/main" id="{BF2FA154-0942-5C47-A936-59C962F3DAF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2" name="Freeform 461">
                <a:extLst>
                  <a:ext uri="{FF2B5EF4-FFF2-40B4-BE49-F238E27FC236}">
                    <a16:creationId xmlns:a16="http://schemas.microsoft.com/office/drawing/2014/main" id="{FBAC50C9-1200-0648-A3C6-5F763C5A4FB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3" name="Freeform 462">
                <a:extLst>
                  <a:ext uri="{FF2B5EF4-FFF2-40B4-BE49-F238E27FC236}">
                    <a16:creationId xmlns:a16="http://schemas.microsoft.com/office/drawing/2014/main" id="{41DD7A34-E22A-2B4D-A867-B0F63420CD9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4" name="Freeform 463">
                <a:extLst>
                  <a:ext uri="{FF2B5EF4-FFF2-40B4-BE49-F238E27FC236}">
                    <a16:creationId xmlns:a16="http://schemas.microsoft.com/office/drawing/2014/main" id="{14349D26-2DED-D04F-BD82-82B9BDEAF0B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65" name="Group 464">
            <a:extLst>
              <a:ext uri="{FF2B5EF4-FFF2-40B4-BE49-F238E27FC236}">
                <a16:creationId xmlns:a16="http://schemas.microsoft.com/office/drawing/2014/main" id="{7E19BC35-E82D-1F47-A1DB-336D2DD326C1}"/>
              </a:ext>
            </a:extLst>
          </p:cNvPr>
          <p:cNvGrpSpPr/>
          <p:nvPr/>
        </p:nvGrpSpPr>
        <p:grpSpPr>
          <a:xfrm>
            <a:off x="9675294" y="3513069"/>
            <a:ext cx="367224" cy="240304"/>
            <a:chOff x="7493876" y="2774731"/>
            <a:chExt cx="1481958" cy="894622"/>
          </a:xfrm>
        </p:grpSpPr>
        <p:sp>
          <p:nvSpPr>
            <p:cNvPr id="466" name="Freeform 465">
              <a:extLst>
                <a:ext uri="{FF2B5EF4-FFF2-40B4-BE49-F238E27FC236}">
                  <a16:creationId xmlns:a16="http://schemas.microsoft.com/office/drawing/2014/main" id="{BD2EC79B-E277-0C43-A0CC-99D0A637041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67" name="Oval 466">
              <a:extLst>
                <a:ext uri="{FF2B5EF4-FFF2-40B4-BE49-F238E27FC236}">
                  <a16:creationId xmlns:a16="http://schemas.microsoft.com/office/drawing/2014/main" id="{FB4676E3-85E4-494D-9C63-7C042801A69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68" name="Group 467">
              <a:extLst>
                <a:ext uri="{FF2B5EF4-FFF2-40B4-BE49-F238E27FC236}">
                  <a16:creationId xmlns:a16="http://schemas.microsoft.com/office/drawing/2014/main" id="{77F513B8-ECD9-B043-8F16-8229B9F5F43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69" name="Freeform 468">
                <a:extLst>
                  <a:ext uri="{FF2B5EF4-FFF2-40B4-BE49-F238E27FC236}">
                    <a16:creationId xmlns:a16="http://schemas.microsoft.com/office/drawing/2014/main" id="{52250DF6-38FD-864F-A2FE-5424D2FC490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0" name="Freeform 469">
                <a:extLst>
                  <a:ext uri="{FF2B5EF4-FFF2-40B4-BE49-F238E27FC236}">
                    <a16:creationId xmlns:a16="http://schemas.microsoft.com/office/drawing/2014/main" id="{4B115E90-C5FE-AE4D-BDDA-FFFA2E95056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1" name="Freeform 470">
                <a:extLst>
                  <a:ext uri="{FF2B5EF4-FFF2-40B4-BE49-F238E27FC236}">
                    <a16:creationId xmlns:a16="http://schemas.microsoft.com/office/drawing/2014/main" id="{58A14C43-AAD0-3641-9524-580D47A433C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2" name="Freeform 471">
                <a:extLst>
                  <a:ext uri="{FF2B5EF4-FFF2-40B4-BE49-F238E27FC236}">
                    <a16:creationId xmlns:a16="http://schemas.microsoft.com/office/drawing/2014/main" id="{0C9C824B-99FE-6D4F-9E2B-EC968FE82FB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73" name="Group 472">
            <a:extLst>
              <a:ext uri="{FF2B5EF4-FFF2-40B4-BE49-F238E27FC236}">
                <a16:creationId xmlns:a16="http://schemas.microsoft.com/office/drawing/2014/main" id="{0D3E3902-FB2D-6F40-94C2-2AED35903987}"/>
              </a:ext>
            </a:extLst>
          </p:cNvPr>
          <p:cNvGrpSpPr/>
          <p:nvPr/>
        </p:nvGrpSpPr>
        <p:grpSpPr>
          <a:xfrm>
            <a:off x="8123810" y="3479300"/>
            <a:ext cx="354986" cy="175668"/>
            <a:chOff x="7493876" y="2774731"/>
            <a:chExt cx="1481958" cy="894622"/>
          </a:xfrm>
        </p:grpSpPr>
        <p:sp>
          <p:nvSpPr>
            <p:cNvPr id="474" name="Freeform 473">
              <a:extLst>
                <a:ext uri="{FF2B5EF4-FFF2-40B4-BE49-F238E27FC236}">
                  <a16:creationId xmlns:a16="http://schemas.microsoft.com/office/drawing/2014/main" id="{0A61814A-2DB0-7740-8962-D1A3BDCF7441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75" name="Oval 474">
              <a:extLst>
                <a:ext uri="{FF2B5EF4-FFF2-40B4-BE49-F238E27FC236}">
                  <a16:creationId xmlns:a16="http://schemas.microsoft.com/office/drawing/2014/main" id="{4B39CE62-10C5-A448-9200-E6A96348EBC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76" name="Group 475">
              <a:extLst>
                <a:ext uri="{FF2B5EF4-FFF2-40B4-BE49-F238E27FC236}">
                  <a16:creationId xmlns:a16="http://schemas.microsoft.com/office/drawing/2014/main" id="{FA86DD34-5A0D-CC49-9673-90D9CA095BE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77" name="Freeform 476">
                <a:extLst>
                  <a:ext uri="{FF2B5EF4-FFF2-40B4-BE49-F238E27FC236}">
                    <a16:creationId xmlns:a16="http://schemas.microsoft.com/office/drawing/2014/main" id="{B5DC9C2D-C53B-D14F-9821-A2B4B31E510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8" name="Freeform 477">
                <a:extLst>
                  <a:ext uri="{FF2B5EF4-FFF2-40B4-BE49-F238E27FC236}">
                    <a16:creationId xmlns:a16="http://schemas.microsoft.com/office/drawing/2014/main" id="{F0A6232A-7531-B14B-B3D0-36AAC40935AD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9" name="Freeform 478">
                <a:extLst>
                  <a:ext uri="{FF2B5EF4-FFF2-40B4-BE49-F238E27FC236}">
                    <a16:creationId xmlns:a16="http://schemas.microsoft.com/office/drawing/2014/main" id="{76F848CC-CD88-5F45-8746-CADC806243F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0" name="Freeform 479">
                <a:extLst>
                  <a:ext uri="{FF2B5EF4-FFF2-40B4-BE49-F238E27FC236}">
                    <a16:creationId xmlns:a16="http://schemas.microsoft.com/office/drawing/2014/main" id="{261EE902-8A90-624B-B8EA-E140D2583A5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81" name="Group 480">
            <a:extLst>
              <a:ext uri="{FF2B5EF4-FFF2-40B4-BE49-F238E27FC236}">
                <a16:creationId xmlns:a16="http://schemas.microsoft.com/office/drawing/2014/main" id="{66AC3898-C0FB-C142-963C-4A2806F3925C}"/>
              </a:ext>
            </a:extLst>
          </p:cNvPr>
          <p:cNvGrpSpPr/>
          <p:nvPr/>
        </p:nvGrpSpPr>
        <p:grpSpPr>
          <a:xfrm>
            <a:off x="9321633" y="4288992"/>
            <a:ext cx="393760" cy="218578"/>
            <a:chOff x="7493876" y="2774731"/>
            <a:chExt cx="1481958" cy="894622"/>
          </a:xfrm>
        </p:grpSpPr>
        <p:sp>
          <p:nvSpPr>
            <p:cNvPr id="482" name="Freeform 481">
              <a:extLst>
                <a:ext uri="{FF2B5EF4-FFF2-40B4-BE49-F238E27FC236}">
                  <a16:creationId xmlns:a16="http://schemas.microsoft.com/office/drawing/2014/main" id="{42D1DCFE-D255-4446-8EAC-474AB67857D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83" name="Oval 482">
              <a:extLst>
                <a:ext uri="{FF2B5EF4-FFF2-40B4-BE49-F238E27FC236}">
                  <a16:creationId xmlns:a16="http://schemas.microsoft.com/office/drawing/2014/main" id="{C26498FD-F97E-6F46-BEA7-F956A37F2D6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84" name="Group 483">
              <a:extLst>
                <a:ext uri="{FF2B5EF4-FFF2-40B4-BE49-F238E27FC236}">
                  <a16:creationId xmlns:a16="http://schemas.microsoft.com/office/drawing/2014/main" id="{4B199B5D-B0F2-F94C-AAFD-545329FAA35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85" name="Freeform 484">
                <a:extLst>
                  <a:ext uri="{FF2B5EF4-FFF2-40B4-BE49-F238E27FC236}">
                    <a16:creationId xmlns:a16="http://schemas.microsoft.com/office/drawing/2014/main" id="{0A984816-55BC-1943-8DD5-DBCE6EF51AB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6" name="Freeform 485">
                <a:extLst>
                  <a:ext uri="{FF2B5EF4-FFF2-40B4-BE49-F238E27FC236}">
                    <a16:creationId xmlns:a16="http://schemas.microsoft.com/office/drawing/2014/main" id="{8B1D42DB-E8C1-B749-80E2-583CD1B0E4B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7" name="Freeform 486">
                <a:extLst>
                  <a:ext uri="{FF2B5EF4-FFF2-40B4-BE49-F238E27FC236}">
                    <a16:creationId xmlns:a16="http://schemas.microsoft.com/office/drawing/2014/main" id="{CB8F94FA-C42F-BD4D-AA00-66857F0E454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8" name="Freeform 487">
                <a:extLst>
                  <a:ext uri="{FF2B5EF4-FFF2-40B4-BE49-F238E27FC236}">
                    <a16:creationId xmlns:a16="http://schemas.microsoft.com/office/drawing/2014/main" id="{FAB6ECD2-0C1A-1046-85EC-5E3375620D1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89" name="Group 488">
            <a:extLst>
              <a:ext uri="{FF2B5EF4-FFF2-40B4-BE49-F238E27FC236}">
                <a16:creationId xmlns:a16="http://schemas.microsoft.com/office/drawing/2014/main" id="{9E25896D-D1F7-2A4E-8C08-BF5F88840367}"/>
              </a:ext>
            </a:extLst>
          </p:cNvPr>
          <p:cNvGrpSpPr/>
          <p:nvPr/>
        </p:nvGrpSpPr>
        <p:grpSpPr>
          <a:xfrm>
            <a:off x="7848738" y="2976754"/>
            <a:ext cx="3007624" cy="1690703"/>
            <a:chOff x="7774998" y="3463448"/>
            <a:chExt cx="3007624" cy="1690703"/>
          </a:xfrm>
        </p:grpSpPr>
        <p:grpSp>
          <p:nvGrpSpPr>
            <p:cNvPr id="490" name="Group 489">
              <a:extLst>
                <a:ext uri="{FF2B5EF4-FFF2-40B4-BE49-F238E27FC236}">
                  <a16:creationId xmlns:a16="http://schemas.microsoft.com/office/drawing/2014/main" id="{1B61A7BB-F744-994C-90B5-288246058DE4}"/>
                </a:ext>
              </a:extLst>
            </p:cNvPr>
            <p:cNvGrpSpPr/>
            <p:nvPr/>
          </p:nvGrpSpPr>
          <p:grpSpPr>
            <a:xfrm>
              <a:off x="7774998" y="4090572"/>
              <a:ext cx="571917" cy="577694"/>
              <a:chOff x="7774998" y="4090572"/>
              <a:chExt cx="571917" cy="577694"/>
            </a:xfrm>
          </p:grpSpPr>
          <p:sp>
            <p:nvSpPr>
              <p:cNvPr id="523" name="Freeform 917">
                <a:extLst>
                  <a:ext uri="{FF2B5EF4-FFF2-40B4-BE49-F238E27FC236}">
                    <a16:creationId xmlns:a16="http://schemas.microsoft.com/office/drawing/2014/main" id="{67AE9544-ABCE-9C49-A73B-B92D479DC854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7818844" y="4090572"/>
                <a:ext cx="487903" cy="154569"/>
              </a:xfrm>
              <a:custGeom>
                <a:avLst/>
                <a:gdLst>
                  <a:gd name="T0" fmla="*/ 0 w 192"/>
                  <a:gd name="T1" fmla="*/ 594 h 594"/>
                  <a:gd name="T2" fmla="*/ 192 w 192"/>
                  <a:gd name="T3" fmla="*/ 0 h 594"/>
                  <a:gd name="T4" fmla="*/ 192 w 192"/>
                  <a:gd name="T5" fmla="*/ 515 h 594"/>
                  <a:gd name="T6" fmla="*/ 0 w 192"/>
                  <a:gd name="T7" fmla="*/ 594 h 59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2"/>
                  <a:gd name="T13" fmla="*/ 0 h 594"/>
                  <a:gd name="T14" fmla="*/ 192 w 192"/>
                  <a:gd name="T15" fmla="*/ 594 h 594"/>
                  <a:gd name="connsiteX0" fmla="*/ 0 w 10140"/>
                  <a:gd name="connsiteY0" fmla="*/ 9728 h 9728"/>
                  <a:gd name="connsiteX1" fmla="*/ 10140 w 10140"/>
                  <a:gd name="connsiteY1" fmla="*/ 0 h 9728"/>
                  <a:gd name="connsiteX2" fmla="*/ 10140 w 10140"/>
                  <a:gd name="connsiteY2" fmla="*/ 8670 h 9728"/>
                  <a:gd name="connsiteX3" fmla="*/ 0 w 10140"/>
                  <a:gd name="connsiteY3" fmla="*/ 9728 h 9728"/>
                  <a:gd name="connsiteX0" fmla="*/ 319 w 10319"/>
                  <a:gd name="connsiteY0" fmla="*/ 10000 h 10000"/>
                  <a:gd name="connsiteX1" fmla="*/ 0 w 10319"/>
                  <a:gd name="connsiteY1" fmla="*/ 9878 h 10000"/>
                  <a:gd name="connsiteX2" fmla="*/ 10319 w 10319"/>
                  <a:gd name="connsiteY2" fmla="*/ 0 h 10000"/>
                  <a:gd name="connsiteX3" fmla="*/ 10319 w 10319"/>
                  <a:gd name="connsiteY3" fmla="*/ 8912 h 10000"/>
                  <a:gd name="connsiteX4" fmla="*/ 319 w 10319"/>
                  <a:gd name="connsiteY4" fmla="*/ 10000 h 10000"/>
                  <a:gd name="connsiteX0" fmla="*/ 2669 w 10319"/>
                  <a:gd name="connsiteY0" fmla="*/ 10279 h 10279"/>
                  <a:gd name="connsiteX1" fmla="*/ 0 w 10319"/>
                  <a:gd name="connsiteY1" fmla="*/ 9878 h 10279"/>
                  <a:gd name="connsiteX2" fmla="*/ 10319 w 10319"/>
                  <a:gd name="connsiteY2" fmla="*/ 0 h 10279"/>
                  <a:gd name="connsiteX3" fmla="*/ 10319 w 10319"/>
                  <a:gd name="connsiteY3" fmla="*/ 8912 h 10279"/>
                  <a:gd name="connsiteX4" fmla="*/ 2669 w 10319"/>
                  <a:gd name="connsiteY4" fmla="*/ 10279 h 10279"/>
                  <a:gd name="connsiteX0" fmla="*/ 3432 w 11082"/>
                  <a:gd name="connsiteY0" fmla="*/ 1685 h 1685"/>
                  <a:gd name="connsiteX1" fmla="*/ 763 w 11082"/>
                  <a:gd name="connsiteY1" fmla="*/ 1284 h 1685"/>
                  <a:gd name="connsiteX2" fmla="*/ 0 w 11082"/>
                  <a:gd name="connsiteY2" fmla="*/ 0 h 1685"/>
                  <a:gd name="connsiteX3" fmla="*/ 11082 w 11082"/>
                  <a:gd name="connsiteY3" fmla="*/ 318 h 1685"/>
                  <a:gd name="connsiteX4" fmla="*/ 3432 w 11082"/>
                  <a:gd name="connsiteY4" fmla="*/ 1685 h 1685"/>
                  <a:gd name="connsiteX0" fmla="*/ 3097 w 14245"/>
                  <a:gd name="connsiteY0" fmla="*/ 10000 h 10000"/>
                  <a:gd name="connsiteX1" fmla="*/ 689 w 14245"/>
                  <a:gd name="connsiteY1" fmla="*/ 7620 h 10000"/>
                  <a:gd name="connsiteX2" fmla="*/ 0 w 14245"/>
                  <a:gd name="connsiteY2" fmla="*/ 0 h 10000"/>
                  <a:gd name="connsiteX3" fmla="*/ 14245 w 14245"/>
                  <a:gd name="connsiteY3" fmla="*/ 633 h 10000"/>
                  <a:gd name="connsiteX4" fmla="*/ 3097 w 14245"/>
                  <a:gd name="connsiteY4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45" h="10000">
                    <a:moveTo>
                      <a:pt x="3097" y="10000"/>
                    </a:moveTo>
                    <a:lnTo>
                      <a:pt x="689" y="7620"/>
                    </a:lnTo>
                    <a:cubicBezTo>
                      <a:pt x="459" y="5080"/>
                      <a:pt x="230" y="2540"/>
                      <a:pt x="0" y="0"/>
                    </a:cubicBezTo>
                    <a:lnTo>
                      <a:pt x="14245" y="633"/>
                    </a:lnTo>
                    <a:lnTo>
                      <a:pt x="3097" y="1000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99000">
                    <a:schemeClr val="bg1">
                      <a:lumMod val="75000"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524" name="Group 523">
                <a:extLst>
                  <a:ext uri="{FF2B5EF4-FFF2-40B4-BE49-F238E27FC236}">
                    <a16:creationId xmlns:a16="http://schemas.microsoft.com/office/drawing/2014/main" id="{FD9ADAD3-8D40-514D-8DB2-D40B73122CB1}"/>
                  </a:ext>
                </a:extLst>
              </p:cNvPr>
              <p:cNvGrpSpPr/>
              <p:nvPr/>
            </p:nvGrpSpPr>
            <p:grpSpPr>
              <a:xfrm>
                <a:off x="7774998" y="4206600"/>
                <a:ext cx="571917" cy="461666"/>
                <a:chOff x="9980560" y="726571"/>
                <a:chExt cx="659732" cy="461666"/>
              </a:xfrm>
            </p:grpSpPr>
            <p:sp>
              <p:nvSpPr>
                <p:cNvPr id="525" name="Rectangle 228">
                  <a:extLst>
                    <a:ext uri="{FF2B5EF4-FFF2-40B4-BE49-F238E27FC236}">
                      <a16:creationId xmlns:a16="http://schemas.microsoft.com/office/drawing/2014/main" id="{453FD1E4-24AF-0A42-B4B1-544CBE8B93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50800" dist="38100" dir="2700000" algn="tl" rotWithShape="0">
                    <a:schemeClr val="tx1">
                      <a:lumMod val="50000"/>
                      <a:lumOff val="50000"/>
                      <a:alpha val="40000"/>
                    </a:schemeClr>
                  </a:outerShdw>
                </a:effec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26" name="Rectangle 229">
                  <a:extLst>
                    <a:ext uri="{FF2B5EF4-FFF2-40B4-BE49-F238E27FC236}">
                      <a16:creationId xmlns:a16="http://schemas.microsoft.com/office/drawing/2014/main" id="{ACF4D48D-7AFA-394B-A044-64C00BD313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27" name="Text Box 230">
                  <a:extLst>
                    <a:ext uri="{FF2B5EF4-FFF2-40B4-BE49-F238E27FC236}">
                      <a16:creationId xmlns:a16="http://schemas.microsoft.com/office/drawing/2014/main" id="{F350703C-00E6-D544-8995-7B4A30E7AD1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980560" y="726571"/>
                  <a:ext cx="659732" cy="4616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network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link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physical</a:t>
                  </a: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528" name="Straight Connector 527">
                  <a:extLst>
                    <a:ext uri="{FF2B5EF4-FFF2-40B4-BE49-F238E27FC236}">
                      <a16:creationId xmlns:a16="http://schemas.microsoft.com/office/drawing/2014/main" id="{A4E7F05F-DB39-B246-BA17-A367DF40D5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895309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9" name="Straight Connector 528">
                  <a:extLst>
                    <a:ext uri="{FF2B5EF4-FFF2-40B4-BE49-F238E27FC236}">
                      <a16:creationId xmlns:a16="http://schemas.microsoft.com/office/drawing/2014/main" id="{987D26AB-AF4C-4B49-8766-91AAC5C323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1018248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91" name="Group 490">
              <a:extLst>
                <a:ext uri="{FF2B5EF4-FFF2-40B4-BE49-F238E27FC236}">
                  <a16:creationId xmlns:a16="http://schemas.microsoft.com/office/drawing/2014/main" id="{7ACA2B35-418A-C24A-BBBD-95671C866478}"/>
                </a:ext>
              </a:extLst>
            </p:cNvPr>
            <p:cNvGrpSpPr/>
            <p:nvPr/>
          </p:nvGrpSpPr>
          <p:grpSpPr>
            <a:xfrm>
              <a:off x="8692628" y="3463448"/>
              <a:ext cx="571917" cy="574365"/>
              <a:chOff x="8692628" y="3463448"/>
              <a:chExt cx="571917" cy="574365"/>
            </a:xfrm>
          </p:grpSpPr>
          <p:sp>
            <p:nvSpPr>
              <p:cNvPr id="516" name="Freeform 917">
                <a:extLst>
                  <a:ext uri="{FF2B5EF4-FFF2-40B4-BE49-F238E27FC236}">
                    <a16:creationId xmlns:a16="http://schemas.microsoft.com/office/drawing/2014/main" id="{1B39E48E-11D1-2A49-BEB2-4A3DE3E52E7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8735937" y="3883244"/>
                <a:ext cx="487903" cy="154569"/>
              </a:xfrm>
              <a:custGeom>
                <a:avLst/>
                <a:gdLst>
                  <a:gd name="T0" fmla="*/ 0 w 192"/>
                  <a:gd name="T1" fmla="*/ 594 h 594"/>
                  <a:gd name="T2" fmla="*/ 192 w 192"/>
                  <a:gd name="T3" fmla="*/ 0 h 594"/>
                  <a:gd name="T4" fmla="*/ 192 w 192"/>
                  <a:gd name="T5" fmla="*/ 515 h 594"/>
                  <a:gd name="T6" fmla="*/ 0 w 192"/>
                  <a:gd name="T7" fmla="*/ 594 h 59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2"/>
                  <a:gd name="T13" fmla="*/ 0 h 594"/>
                  <a:gd name="T14" fmla="*/ 192 w 192"/>
                  <a:gd name="T15" fmla="*/ 594 h 594"/>
                  <a:gd name="connsiteX0" fmla="*/ 0 w 10140"/>
                  <a:gd name="connsiteY0" fmla="*/ 9728 h 9728"/>
                  <a:gd name="connsiteX1" fmla="*/ 10140 w 10140"/>
                  <a:gd name="connsiteY1" fmla="*/ 0 h 9728"/>
                  <a:gd name="connsiteX2" fmla="*/ 10140 w 10140"/>
                  <a:gd name="connsiteY2" fmla="*/ 8670 h 9728"/>
                  <a:gd name="connsiteX3" fmla="*/ 0 w 10140"/>
                  <a:gd name="connsiteY3" fmla="*/ 9728 h 9728"/>
                  <a:gd name="connsiteX0" fmla="*/ 319 w 10319"/>
                  <a:gd name="connsiteY0" fmla="*/ 10000 h 10000"/>
                  <a:gd name="connsiteX1" fmla="*/ 0 w 10319"/>
                  <a:gd name="connsiteY1" fmla="*/ 9878 h 10000"/>
                  <a:gd name="connsiteX2" fmla="*/ 10319 w 10319"/>
                  <a:gd name="connsiteY2" fmla="*/ 0 h 10000"/>
                  <a:gd name="connsiteX3" fmla="*/ 10319 w 10319"/>
                  <a:gd name="connsiteY3" fmla="*/ 8912 h 10000"/>
                  <a:gd name="connsiteX4" fmla="*/ 319 w 10319"/>
                  <a:gd name="connsiteY4" fmla="*/ 10000 h 10000"/>
                  <a:gd name="connsiteX0" fmla="*/ 2669 w 10319"/>
                  <a:gd name="connsiteY0" fmla="*/ 10279 h 10279"/>
                  <a:gd name="connsiteX1" fmla="*/ 0 w 10319"/>
                  <a:gd name="connsiteY1" fmla="*/ 9878 h 10279"/>
                  <a:gd name="connsiteX2" fmla="*/ 10319 w 10319"/>
                  <a:gd name="connsiteY2" fmla="*/ 0 h 10279"/>
                  <a:gd name="connsiteX3" fmla="*/ 10319 w 10319"/>
                  <a:gd name="connsiteY3" fmla="*/ 8912 h 10279"/>
                  <a:gd name="connsiteX4" fmla="*/ 2669 w 10319"/>
                  <a:gd name="connsiteY4" fmla="*/ 10279 h 10279"/>
                  <a:gd name="connsiteX0" fmla="*/ 3432 w 11082"/>
                  <a:gd name="connsiteY0" fmla="*/ 1685 h 1685"/>
                  <a:gd name="connsiteX1" fmla="*/ 763 w 11082"/>
                  <a:gd name="connsiteY1" fmla="*/ 1284 h 1685"/>
                  <a:gd name="connsiteX2" fmla="*/ 0 w 11082"/>
                  <a:gd name="connsiteY2" fmla="*/ 0 h 1685"/>
                  <a:gd name="connsiteX3" fmla="*/ 11082 w 11082"/>
                  <a:gd name="connsiteY3" fmla="*/ 318 h 1685"/>
                  <a:gd name="connsiteX4" fmla="*/ 3432 w 11082"/>
                  <a:gd name="connsiteY4" fmla="*/ 1685 h 1685"/>
                  <a:gd name="connsiteX0" fmla="*/ 3097 w 14245"/>
                  <a:gd name="connsiteY0" fmla="*/ 10000 h 10000"/>
                  <a:gd name="connsiteX1" fmla="*/ 689 w 14245"/>
                  <a:gd name="connsiteY1" fmla="*/ 7620 h 10000"/>
                  <a:gd name="connsiteX2" fmla="*/ 0 w 14245"/>
                  <a:gd name="connsiteY2" fmla="*/ 0 h 10000"/>
                  <a:gd name="connsiteX3" fmla="*/ 14245 w 14245"/>
                  <a:gd name="connsiteY3" fmla="*/ 633 h 10000"/>
                  <a:gd name="connsiteX4" fmla="*/ 3097 w 14245"/>
                  <a:gd name="connsiteY4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45" h="10000">
                    <a:moveTo>
                      <a:pt x="3097" y="10000"/>
                    </a:moveTo>
                    <a:lnTo>
                      <a:pt x="689" y="7620"/>
                    </a:lnTo>
                    <a:cubicBezTo>
                      <a:pt x="459" y="5080"/>
                      <a:pt x="230" y="2540"/>
                      <a:pt x="0" y="0"/>
                    </a:cubicBezTo>
                    <a:lnTo>
                      <a:pt x="14245" y="633"/>
                    </a:lnTo>
                    <a:lnTo>
                      <a:pt x="3097" y="1000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99000">
                    <a:schemeClr val="bg1">
                      <a:lumMod val="75000"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517" name="Group 516">
                <a:extLst>
                  <a:ext uri="{FF2B5EF4-FFF2-40B4-BE49-F238E27FC236}">
                    <a16:creationId xmlns:a16="http://schemas.microsoft.com/office/drawing/2014/main" id="{F43CF6AB-41BF-A04B-8264-3F204E68E6FB}"/>
                  </a:ext>
                </a:extLst>
              </p:cNvPr>
              <p:cNvGrpSpPr/>
              <p:nvPr/>
            </p:nvGrpSpPr>
            <p:grpSpPr>
              <a:xfrm>
                <a:off x="8692628" y="3463448"/>
                <a:ext cx="571917" cy="461666"/>
                <a:chOff x="9980560" y="726571"/>
                <a:chExt cx="659732" cy="461666"/>
              </a:xfrm>
            </p:grpSpPr>
            <p:sp>
              <p:nvSpPr>
                <p:cNvPr id="518" name="Rectangle 228">
                  <a:extLst>
                    <a:ext uri="{FF2B5EF4-FFF2-40B4-BE49-F238E27FC236}">
                      <a16:creationId xmlns:a16="http://schemas.microsoft.com/office/drawing/2014/main" id="{DCF5B501-314A-3D4C-90A1-E45107AEFB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50800" dist="38100" dir="2700000" algn="tl" rotWithShape="0">
                    <a:schemeClr val="tx1">
                      <a:lumMod val="50000"/>
                      <a:lumOff val="50000"/>
                      <a:alpha val="40000"/>
                    </a:schemeClr>
                  </a:outerShdw>
                </a:effec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19" name="Rectangle 229">
                  <a:extLst>
                    <a:ext uri="{FF2B5EF4-FFF2-40B4-BE49-F238E27FC236}">
                      <a16:creationId xmlns:a16="http://schemas.microsoft.com/office/drawing/2014/main" id="{8A760FE8-2AF8-D047-B448-6D14997CB6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20" name="Text Box 230">
                  <a:extLst>
                    <a:ext uri="{FF2B5EF4-FFF2-40B4-BE49-F238E27FC236}">
                      <a16:creationId xmlns:a16="http://schemas.microsoft.com/office/drawing/2014/main" id="{81AD7D48-5DBF-B140-BBAC-EF36A1DCADE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980560" y="726571"/>
                  <a:ext cx="659732" cy="4616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network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link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physical</a:t>
                  </a: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521" name="Straight Connector 520">
                  <a:extLst>
                    <a:ext uri="{FF2B5EF4-FFF2-40B4-BE49-F238E27FC236}">
                      <a16:creationId xmlns:a16="http://schemas.microsoft.com/office/drawing/2014/main" id="{10225287-A970-334C-96E6-BB42F39A31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895309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2" name="Straight Connector 521">
                  <a:extLst>
                    <a:ext uri="{FF2B5EF4-FFF2-40B4-BE49-F238E27FC236}">
                      <a16:creationId xmlns:a16="http://schemas.microsoft.com/office/drawing/2014/main" id="{585D3D77-62B9-C346-9D1A-8A3555BAAD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1018248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92" name="Group 491">
              <a:extLst>
                <a:ext uri="{FF2B5EF4-FFF2-40B4-BE49-F238E27FC236}">
                  <a16:creationId xmlns:a16="http://schemas.microsoft.com/office/drawing/2014/main" id="{99C7DE0F-016E-FE40-A619-F6309459B199}"/>
                </a:ext>
              </a:extLst>
            </p:cNvPr>
            <p:cNvGrpSpPr/>
            <p:nvPr/>
          </p:nvGrpSpPr>
          <p:grpSpPr>
            <a:xfrm>
              <a:off x="9846130" y="3502221"/>
              <a:ext cx="571917" cy="607211"/>
              <a:chOff x="9846130" y="3502221"/>
              <a:chExt cx="571917" cy="607211"/>
            </a:xfrm>
          </p:grpSpPr>
          <p:sp>
            <p:nvSpPr>
              <p:cNvPr id="509" name="Freeform 917">
                <a:extLst>
                  <a:ext uri="{FF2B5EF4-FFF2-40B4-BE49-F238E27FC236}">
                    <a16:creationId xmlns:a16="http://schemas.microsoft.com/office/drawing/2014/main" id="{F61365F4-AF8A-7946-BAE2-C24405A00F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04716" y="3925785"/>
                <a:ext cx="466702" cy="183647"/>
              </a:xfrm>
              <a:custGeom>
                <a:avLst/>
                <a:gdLst>
                  <a:gd name="T0" fmla="*/ 0 w 192"/>
                  <a:gd name="T1" fmla="*/ 594 h 594"/>
                  <a:gd name="T2" fmla="*/ 192 w 192"/>
                  <a:gd name="T3" fmla="*/ 0 h 594"/>
                  <a:gd name="T4" fmla="*/ 192 w 192"/>
                  <a:gd name="T5" fmla="*/ 515 h 594"/>
                  <a:gd name="T6" fmla="*/ 0 w 192"/>
                  <a:gd name="T7" fmla="*/ 594 h 59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2"/>
                  <a:gd name="T13" fmla="*/ 0 h 594"/>
                  <a:gd name="T14" fmla="*/ 192 w 192"/>
                  <a:gd name="T15" fmla="*/ 594 h 594"/>
                  <a:gd name="connsiteX0" fmla="*/ 0 w 10140"/>
                  <a:gd name="connsiteY0" fmla="*/ 9728 h 9728"/>
                  <a:gd name="connsiteX1" fmla="*/ 10140 w 10140"/>
                  <a:gd name="connsiteY1" fmla="*/ 0 h 9728"/>
                  <a:gd name="connsiteX2" fmla="*/ 10140 w 10140"/>
                  <a:gd name="connsiteY2" fmla="*/ 8670 h 9728"/>
                  <a:gd name="connsiteX3" fmla="*/ 0 w 10140"/>
                  <a:gd name="connsiteY3" fmla="*/ 9728 h 9728"/>
                  <a:gd name="connsiteX0" fmla="*/ 319 w 10319"/>
                  <a:gd name="connsiteY0" fmla="*/ 10000 h 10000"/>
                  <a:gd name="connsiteX1" fmla="*/ 0 w 10319"/>
                  <a:gd name="connsiteY1" fmla="*/ 9878 h 10000"/>
                  <a:gd name="connsiteX2" fmla="*/ 10319 w 10319"/>
                  <a:gd name="connsiteY2" fmla="*/ 0 h 10000"/>
                  <a:gd name="connsiteX3" fmla="*/ 10319 w 10319"/>
                  <a:gd name="connsiteY3" fmla="*/ 8912 h 10000"/>
                  <a:gd name="connsiteX4" fmla="*/ 319 w 10319"/>
                  <a:gd name="connsiteY4" fmla="*/ 10000 h 10000"/>
                  <a:gd name="connsiteX0" fmla="*/ 2669 w 10319"/>
                  <a:gd name="connsiteY0" fmla="*/ 10279 h 10279"/>
                  <a:gd name="connsiteX1" fmla="*/ 0 w 10319"/>
                  <a:gd name="connsiteY1" fmla="*/ 9878 h 10279"/>
                  <a:gd name="connsiteX2" fmla="*/ 10319 w 10319"/>
                  <a:gd name="connsiteY2" fmla="*/ 0 h 10279"/>
                  <a:gd name="connsiteX3" fmla="*/ 10319 w 10319"/>
                  <a:gd name="connsiteY3" fmla="*/ 8912 h 10279"/>
                  <a:gd name="connsiteX4" fmla="*/ 2669 w 10319"/>
                  <a:gd name="connsiteY4" fmla="*/ 10279 h 10279"/>
                  <a:gd name="connsiteX0" fmla="*/ 3432 w 11082"/>
                  <a:gd name="connsiteY0" fmla="*/ 1685 h 1685"/>
                  <a:gd name="connsiteX1" fmla="*/ 763 w 11082"/>
                  <a:gd name="connsiteY1" fmla="*/ 1284 h 1685"/>
                  <a:gd name="connsiteX2" fmla="*/ 0 w 11082"/>
                  <a:gd name="connsiteY2" fmla="*/ 0 h 1685"/>
                  <a:gd name="connsiteX3" fmla="*/ 11082 w 11082"/>
                  <a:gd name="connsiteY3" fmla="*/ 318 h 1685"/>
                  <a:gd name="connsiteX4" fmla="*/ 3432 w 11082"/>
                  <a:gd name="connsiteY4" fmla="*/ 1685 h 1685"/>
                  <a:gd name="connsiteX0" fmla="*/ 3097 w 14245"/>
                  <a:gd name="connsiteY0" fmla="*/ 10000 h 10000"/>
                  <a:gd name="connsiteX1" fmla="*/ 689 w 14245"/>
                  <a:gd name="connsiteY1" fmla="*/ 7620 h 10000"/>
                  <a:gd name="connsiteX2" fmla="*/ 0 w 14245"/>
                  <a:gd name="connsiteY2" fmla="*/ 0 h 10000"/>
                  <a:gd name="connsiteX3" fmla="*/ 14245 w 14245"/>
                  <a:gd name="connsiteY3" fmla="*/ 633 h 10000"/>
                  <a:gd name="connsiteX4" fmla="*/ 3097 w 14245"/>
                  <a:gd name="connsiteY4" fmla="*/ 10000 h 10000"/>
                  <a:gd name="connsiteX0" fmla="*/ 2478 w 13626"/>
                  <a:gd name="connsiteY0" fmla="*/ 9373 h 9373"/>
                  <a:gd name="connsiteX1" fmla="*/ 70 w 13626"/>
                  <a:gd name="connsiteY1" fmla="*/ 6993 h 9373"/>
                  <a:gd name="connsiteX2" fmla="*/ 41 w 13626"/>
                  <a:gd name="connsiteY2" fmla="*/ 0 h 9373"/>
                  <a:gd name="connsiteX3" fmla="*/ 13626 w 13626"/>
                  <a:gd name="connsiteY3" fmla="*/ 6 h 9373"/>
                  <a:gd name="connsiteX4" fmla="*/ 2478 w 13626"/>
                  <a:gd name="connsiteY4" fmla="*/ 9373 h 9373"/>
                  <a:gd name="connsiteX0" fmla="*/ 1334 w 10000"/>
                  <a:gd name="connsiteY0" fmla="*/ 12676 h 12676"/>
                  <a:gd name="connsiteX1" fmla="*/ 51 w 10000"/>
                  <a:gd name="connsiteY1" fmla="*/ 7461 h 12676"/>
                  <a:gd name="connsiteX2" fmla="*/ 30 w 10000"/>
                  <a:gd name="connsiteY2" fmla="*/ 0 h 12676"/>
                  <a:gd name="connsiteX3" fmla="*/ 10000 w 10000"/>
                  <a:gd name="connsiteY3" fmla="*/ 6 h 12676"/>
                  <a:gd name="connsiteX4" fmla="*/ 1334 w 10000"/>
                  <a:gd name="connsiteY4" fmla="*/ 12676 h 126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2676">
                    <a:moveTo>
                      <a:pt x="1334" y="12676"/>
                    </a:moveTo>
                    <a:lnTo>
                      <a:pt x="51" y="7461"/>
                    </a:lnTo>
                    <a:cubicBezTo>
                      <a:pt x="-117" y="4751"/>
                      <a:pt x="199" y="2710"/>
                      <a:pt x="30" y="0"/>
                    </a:cubicBezTo>
                    <a:lnTo>
                      <a:pt x="10000" y="6"/>
                    </a:lnTo>
                    <a:lnTo>
                      <a:pt x="1334" y="12676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99000">
                    <a:schemeClr val="bg1">
                      <a:lumMod val="75000"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510" name="Group 509">
                <a:extLst>
                  <a:ext uri="{FF2B5EF4-FFF2-40B4-BE49-F238E27FC236}">
                    <a16:creationId xmlns:a16="http://schemas.microsoft.com/office/drawing/2014/main" id="{B9D23B02-A16D-054E-9F56-ACE4882F9465}"/>
                  </a:ext>
                </a:extLst>
              </p:cNvPr>
              <p:cNvGrpSpPr/>
              <p:nvPr/>
            </p:nvGrpSpPr>
            <p:grpSpPr>
              <a:xfrm>
                <a:off x="9846130" y="3502221"/>
                <a:ext cx="571917" cy="461666"/>
                <a:chOff x="9980560" y="726571"/>
                <a:chExt cx="659732" cy="461666"/>
              </a:xfrm>
            </p:grpSpPr>
            <p:sp>
              <p:nvSpPr>
                <p:cNvPr id="511" name="Rectangle 228">
                  <a:extLst>
                    <a:ext uri="{FF2B5EF4-FFF2-40B4-BE49-F238E27FC236}">
                      <a16:creationId xmlns:a16="http://schemas.microsoft.com/office/drawing/2014/main" id="{D8196C66-5ACD-F440-9D67-38ED9AB1DB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50800" dist="38100" dir="2700000" algn="tl" rotWithShape="0">
                    <a:schemeClr val="tx1">
                      <a:lumMod val="50000"/>
                      <a:lumOff val="50000"/>
                      <a:alpha val="40000"/>
                    </a:schemeClr>
                  </a:outerShdw>
                </a:effec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12" name="Rectangle 229">
                  <a:extLst>
                    <a:ext uri="{FF2B5EF4-FFF2-40B4-BE49-F238E27FC236}">
                      <a16:creationId xmlns:a16="http://schemas.microsoft.com/office/drawing/2014/main" id="{E2A04A91-A7A2-844E-A202-E5174F201E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13" name="Text Box 230">
                  <a:extLst>
                    <a:ext uri="{FF2B5EF4-FFF2-40B4-BE49-F238E27FC236}">
                      <a16:creationId xmlns:a16="http://schemas.microsoft.com/office/drawing/2014/main" id="{C660DE0E-7128-8A4E-8A4B-C829B6CB2B9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980560" y="726571"/>
                  <a:ext cx="659732" cy="4616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network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link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physical</a:t>
                  </a: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514" name="Straight Connector 513">
                  <a:extLst>
                    <a:ext uri="{FF2B5EF4-FFF2-40B4-BE49-F238E27FC236}">
                      <a16:creationId xmlns:a16="http://schemas.microsoft.com/office/drawing/2014/main" id="{18B24C5B-DDAD-664C-B7C8-511BEF3C88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895309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5" name="Straight Connector 514">
                  <a:extLst>
                    <a:ext uri="{FF2B5EF4-FFF2-40B4-BE49-F238E27FC236}">
                      <a16:creationId xmlns:a16="http://schemas.microsoft.com/office/drawing/2014/main" id="{D26F734D-CDBF-C940-BA08-558A6C9FC8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1018248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93" name="Group 492">
              <a:extLst>
                <a:ext uri="{FF2B5EF4-FFF2-40B4-BE49-F238E27FC236}">
                  <a16:creationId xmlns:a16="http://schemas.microsoft.com/office/drawing/2014/main" id="{38FD6327-86A9-CE4D-9578-2AAEA1D9BB04}"/>
                </a:ext>
              </a:extLst>
            </p:cNvPr>
            <p:cNvGrpSpPr/>
            <p:nvPr/>
          </p:nvGrpSpPr>
          <p:grpSpPr>
            <a:xfrm>
              <a:off x="9554792" y="4299763"/>
              <a:ext cx="571917" cy="630904"/>
              <a:chOff x="9554792" y="4299763"/>
              <a:chExt cx="571917" cy="630904"/>
            </a:xfrm>
          </p:grpSpPr>
          <p:sp>
            <p:nvSpPr>
              <p:cNvPr id="502" name="Freeform 917">
                <a:extLst>
                  <a:ext uri="{FF2B5EF4-FFF2-40B4-BE49-F238E27FC236}">
                    <a16:creationId xmlns:a16="http://schemas.microsoft.com/office/drawing/2014/main" id="{1189185D-1F7C-B94E-B532-3E812D9957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98301" y="4724405"/>
                <a:ext cx="466702" cy="206262"/>
              </a:xfrm>
              <a:custGeom>
                <a:avLst/>
                <a:gdLst>
                  <a:gd name="T0" fmla="*/ 0 w 192"/>
                  <a:gd name="T1" fmla="*/ 594 h 594"/>
                  <a:gd name="T2" fmla="*/ 192 w 192"/>
                  <a:gd name="T3" fmla="*/ 0 h 594"/>
                  <a:gd name="T4" fmla="*/ 192 w 192"/>
                  <a:gd name="T5" fmla="*/ 515 h 594"/>
                  <a:gd name="T6" fmla="*/ 0 w 192"/>
                  <a:gd name="T7" fmla="*/ 594 h 59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2"/>
                  <a:gd name="T13" fmla="*/ 0 h 594"/>
                  <a:gd name="T14" fmla="*/ 192 w 192"/>
                  <a:gd name="T15" fmla="*/ 594 h 594"/>
                  <a:gd name="connsiteX0" fmla="*/ 0 w 10140"/>
                  <a:gd name="connsiteY0" fmla="*/ 9728 h 9728"/>
                  <a:gd name="connsiteX1" fmla="*/ 10140 w 10140"/>
                  <a:gd name="connsiteY1" fmla="*/ 0 h 9728"/>
                  <a:gd name="connsiteX2" fmla="*/ 10140 w 10140"/>
                  <a:gd name="connsiteY2" fmla="*/ 8670 h 9728"/>
                  <a:gd name="connsiteX3" fmla="*/ 0 w 10140"/>
                  <a:gd name="connsiteY3" fmla="*/ 9728 h 9728"/>
                  <a:gd name="connsiteX0" fmla="*/ 319 w 10319"/>
                  <a:gd name="connsiteY0" fmla="*/ 10000 h 10000"/>
                  <a:gd name="connsiteX1" fmla="*/ 0 w 10319"/>
                  <a:gd name="connsiteY1" fmla="*/ 9878 h 10000"/>
                  <a:gd name="connsiteX2" fmla="*/ 10319 w 10319"/>
                  <a:gd name="connsiteY2" fmla="*/ 0 h 10000"/>
                  <a:gd name="connsiteX3" fmla="*/ 10319 w 10319"/>
                  <a:gd name="connsiteY3" fmla="*/ 8912 h 10000"/>
                  <a:gd name="connsiteX4" fmla="*/ 319 w 10319"/>
                  <a:gd name="connsiteY4" fmla="*/ 10000 h 10000"/>
                  <a:gd name="connsiteX0" fmla="*/ 2669 w 10319"/>
                  <a:gd name="connsiteY0" fmla="*/ 10279 h 10279"/>
                  <a:gd name="connsiteX1" fmla="*/ 0 w 10319"/>
                  <a:gd name="connsiteY1" fmla="*/ 9878 h 10279"/>
                  <a:gd name="connsiteX2" fmla="*/ 10319 w 10319"/>
                  <a:gd name="connsiteY2" fmla="*/ 0 h 10279"/>
                  <a:gd name="connsiteX3" fmla="*/ 10319 w 10319"/>
                  <a:gd name="connsiteY3" fmla="*/ 8912 h 10279"/>
                  <a:gd name="connsiteX4" fmla="*/ 2669 w 10319"/>
                  <a:gd name="connsiteY4" fmla="*/ 10279 h 10279"/>
                  <a:gd name="connsiteX0" fmla="*/ 3432 w 11082"/>
                  <a:gd name="connsiteY0" fmla="*/ 1685 h 1685"/>
                  <a:gd name="connsiteX1" fmla="*/ 763 w 11082"/>
                  <a:gd name="connsiteY1" fmla="*/ 1284 h 1685"/>
                  <a:gd name="connsiteX2" fmla="*/ 0 w 11082"/>
                  <a:gd name="connsiteY2" fmla="*/ 0 h 1685"/>
                  <a:gd name="connsiteX3" fmla="*/ 11082 w 11082"/>
                  <a:gd name="connsiteY3" fmla="*/ 318 h 1685"/>
                  <a:gd name="connsiteX4" fmla="*/ 3432 w 11082"/>
                  <a:gd name="connsiteY4" fmla="*/ 1685 h 1685"/>
                  <a:gd name="connsiteX0" fmla="*/ 3097 w 14245"/>
                  <a:gd name="connsiteY0" fmla="*/ 10000 h 10000"/>
                  <a:gd name="connsiteX1" fmla="*/ 689 w 14245"/>
                  <a:gd name="connsiteY1" fmla="*/ 7620 h 10000"/>
                  <a:gd name="connsiteX2" fmla="*/ 0 w 14245"/>
                  <a:gd name="connsiteY2" fmla="*/ 0 h 10000"/>
                  <a:gd name="connsiteX3" fmla="*/ 14245 w 14245"/>
                  <a:gd name="connsiteY3" fmla="*/ 633 h 10000"/>
                  <a:gd name="connsiteX4" fmla="*/ 3097 w 14245"/>
                  <a:gd name="connsiteY4" fmla="*/ 10000 h 10000"/>
                  <a:gd name="connsiteX0" fmla="*/ 2478 w 13626"/>
                  <a:gd name="connsiteY0" fmla="*/ 9373 h 9373"/>
                  <a:gd name="connsiteX1" fmla="*/ 70 w 13626"/>
                  <a:gd name="connsiteY1" fmla="*/ 6993 h 9373"/>
                  <a:gd name="connsiteX2" fmla="*/ 41 w 13626"/>
                  <a:gd name="connsiteY2" fmla="*/ 0 h 9373"/>
                  <a:gd name="connsiteX3" fmla="*/ 13626 w 13626"/>
                  <a:gd name="connsiteY3" fmla="*/ 6 h 9373"/>
                  <a:gd name="connsiteX4" fmla="*/ 2478 w 13626"/>
                  <a:gd name="connsiteY4" fmla="*/ 9373 h 9373"/>
                  <a:gd name="connsiteX0" fmla="*/ 1334 w 10000"/>
                  <a:gd name="connsiteY0" fmla="*/ 12676 h 12676"/>
                  <a:gd name="connsiteX1" fmla="*/ 51 w 10000"/>
                  <a:gd name="connsiteY1" fmla="*/ 7461 h 12676"/>
                  <a:gd name="connsiteX2" fmla="*/ 30 w 10000"/>
                  <a:gd name="connsiteY2" fmla="*/ 0 h 12676"/>
                  <a:gd name="connsiteX3" fmla="*/ 10000 w 10000"/>
                  <a:gd name="connsiteY3" fmla="*/ 6 h 12676"/>
                  <a:gd name="connsiteX4" fmla="*/ 1334 w 10000"/>
                  <a:gd name="connsiteY4" fmla="*/ 12676 h 12676"/>
                  <a:gd name="connsiteX0" fmla="*/ 434 w 10000"/>
                  <a:gd name="connsiteY0" fmla="*/ 14237 h 14237"/>
                  <a:gd name="connsiteX1" fmla="*/ 51 w 10000"/>
                  <a:gd name="connsiteY1" fmla="*/ 7461 h 14237"/>
                  <a:gd name="connsiteX2" fmla="*/ 30 w 10000"/>
                  <a:gd name="connsiteY2" fmla="*/ 0 h 14237"/>
                  <a:gd name="connsiteX3" fmla="*/ 10000 w 10000"/>
                  <a:gd name="connsiteY3" fmla="*/ 6 h 14237"/>
                  <a:gd name="connsiteX4" fmla="*/ 434 w 10000"/>
                  <a:gd name="connsiteY4" fmla="*/ 14237 h 14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4237">
                    <a:moveTo>
                      <a:pt x="434" y="14237"/>
                    </a:moveTo>
                    <a:cubicBezTo>
                      <a:pt x="306" y="11978"/>
                      <a:pt x="179" y="9720"/>
                      <a:pt x="51" y="7461"/>
                    </a:cubicBezTo>
                    <a:cubicBezTo>
                      <a:pt x="-117" y="4751"/>
                      <a:pt x="199" y="2710"/>
                      <a:pt x="30" y="0"/>
                    </a:cubicBezTo>
                    <a:lnTo>
                      <a:pt x="10000" y="6"/>
                    </a:lnTo>
                    <a:lnTo>
                      <a:pt x="434" y="14237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99000">
                    <a:schemeClr val="bg1">
                      <a:lumMod val="75000"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503" name="Group 502">
                <a:extLst>
                  <a:ext uri="{FF2B5EF4-FFF2-40B4-BE49-F238E27FC236}">
                    <a16:creationId xmlns:a16="http://schemas.microsoft.com/office/drawing/2014/main" id="{B4CB1129-B032-C24F-981D-F17E21FDF808}"/>
                  </a:ext>
                </a:extLst>
              </p:cNvPr>
              <p:cNvGrpSpPr/>
              <p:nvPr/>
            </p:nvGrpSpPr>
            <p:grpSpPr>
              <a:xfrm>
                <a:off x="9554792" y="4299763"/>
                <a:ext cx="571917" cy="461666"/>
                <a:chOff x="9980560" y="726571"/>
                <a:chExt cx="659732" cy="461666"/>
              </a:xfrm>
            </p:grpSpPr>
            <p:sp>
              <p:nvSpPr>
                <p:cNvPr id="504" name="Rectangle 228">
                  <a:extLst>
                    <a:ext uri="{FF2B5EF4-FFF2-40B4-BE49-F238E27FC236}">
                      <a16:creationId xmlns:a16="http://schemas.microsoft.com/office/drawing/2014/main" id="{CCE0CE6B-4616-484D-A2D2-97A95D223C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50800" dist="38100" dir="2700000" algn="tl" rotWithShape="0">
                    <a:schemeClr val="tx1">
                      <a:lumMod val="50000"/>
                      <a:lumOff val="50000"/>
                      <a:alpha val="40000"/>
                    </a:schemeClr>
                  </a:outerShdw>
                </a:effec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05" name="Rectangle 229">
                  <a:extLst>
                    <a:ext uri="{FF2B5EF4-FFF2-40B4-BE49-F238E27FC236}">
                      <a16:creationId xmlns:a16="http://schemas.microsoft.com/office/drawing/2014/main" id="{D26DD102-7516-7941-AD70-9B37EC2BD5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06" name="Text Box 230">
                  <a:extLst>
                    <a:ext uri="{FF2B5EF4-FFF2-40B4-BE49-F238E27FC236}">
                      <a16:creationId xmlns:a16="http://schemas.microsoft.com/office/drawing/2014/main" id="{1F958F41-1C91-3742-8E5E-D63C7ABC69E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980560" y="726571"/>
                  <a:ext cx="659732" cy="4616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network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link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physical</a:t>
                  </a: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507" name="Straight Connector 506">
                  <a:extLst>
                    <a:ext uri="{FF2B5EF4-FFF2-40B4-BE49-F238E27FC236}">
                      <a16:creationId xmlns:a16="http://schemas.microsoft.com/office/drawing/2014/main" id="{65CAD0DA-ECB6-FF46-8BF8-7B41322268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895309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8" name="Straight Connector 507">
                  <a:extLst>
                    <a:ext uri="{FF2B5EF4-FFF2-40B4-BE49-F238E27FC236}">
                      <a16:creationId xmlns:a16="http://schemas.microsoft.com/office/drawing/2014/main" id="{C7CD87E0-C83F-0F48-9FE9-45EF45C8B5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1018248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94" name="Group 493">
              <a:extLst>
                <a:ext uri="{FF2B5EF4-FFF2-40B4-BE49-F238E27FC236}">
                  <a16:creationId xmlns:a16="http://schemas.microsoft.com/office/drawing/2014/main" id="{017CCCDD-4C17-AD45-9653-B55DDD72AFD2}"/>
                </a:ext>
              </a:extLst>
            </p:cNvPr>
            <p:cNvGrpSpPr/>
            <p:nvPr/>
          </p:nvGrpSpPr>
          <p:grpSpPr>
            <a:xfrm>
              <a:off x="10153753" y="4577638"/>
              <a:ext cx="628869" cy="576513"/>
              <a:chOff x="10153753" y="4577638"/>
              <a:chExt cx="628869" cy="576513"/>
            </a:xfrm>
          </p:grpSpPr>
          <p:sp>
            <p:nvSpPr>
              <p:cNvPr id="495" name="Freeform 917">
                <a:extLst>
                  <a:ext uri="{FF2B5EF4-FFF2-40B4-BE49-F238E27FC236}">
                    <a16:creationId xmlns:a16="http://schemas.microsoft.com/office/drawing/2014/main" id="{97591357-9173-9047-99D7-EEF6AA2E91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53753" y="5002899"/>
                <a:ext cx="590332" cy="151252"/>
              </a:xfrm>
              <a:custGeom>
                <a:avLst/>
                <a:gdLst>
                  <a:gd name="T0" fmla="*/ 0 w 192"/>
                  <a:gd name="T1" fmla="*/ 594 h 594"/>
                  <a:gd name="T2" fmla="*/ 192 w 192"/>
                  <a:gd name="T3" fmla="*/ 0 h 594"/>
                  <a:gd name="T4" fmla="*/ 192 w 192"/>
                  <a:gd name="T5" fmla="*/ 515 h 594"/>
                  <a:gd name="T6" fmla="*/ 0 w 192"/>
                  <a:gd name="T7" fmla="*/ 594 h 59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2"/>
                  <a:gd name="T13" fmla="*/ 0 h 594"/>
                  <a:gd name="T14" fmla="*/ 192 w 192"/>
                  <a:gd name="T15" fmla="*/ 594 h 594"/>
                  <a:gd name="connsiteX0" fmla="*/ 0 w 10140"/>
                  <a:gd name="connsiteY0" fmla="*/ 9728 h 9728"/>
                  <a:gd name="connsiteX1" fmla="*/ 10140 w 10140"/>
                  <a:gd name="connsiteY1" fmla="*/ 0 h 9728"/>
                  <a:gd name="connsiteX2" fmla="*/ 10140 w 10140"/>
                  <a:gd name="connsiteY2" fmla="*/ 8670 h 9728"/>
                  <a:gd name="connsiteX3" fmla="*/ 0 w 10140"/>
                  <a:gd name="connsiteY3" fmla="*/ 9728 h 9728"/>
                  <a:gd name="connsiteX0" fmla="*/ 319 w 10319"/>
                  <a:gd name="connsiteY0" fmla="*/ 10000 h 10000"/>
                  <a:gd name="connsiteX1" fmla="*/ 0 w 10319"/>
                  <a:gd name="connsiteY1" fmla="*/ 9878 h 10000"/>
                  <a:gd name="connsiteX2" fmla="*/ 10319 w 10319"/>
                  <a:gd name="connsiteY2" fmla="*/ 0 h 10000"/>
                  <a:gd name="connsiteX3" fmla="*/ 10319 w 10319"/>
                  <a:gd name="connsiteY3" fmla="*/ 8912 h 10000"/>
                  <a:gd name="connsiteX4" fmla="*/ 319 w 10319"/>
                  <a:gd name="connsiteY4" fmla="*/ 10000 h 10000"/>
                  <a:gd name="connsiteX0" fmla="*/ 2669 w 10319"/>
                  <a:gd name="connsiteY0" fmla="*/ 10279 h 10279"/>
                  <a:gd name="connsiteX1" fmla="*/ 0 w 10319"/>
                  <a:gd name="connsiteY1" fmla="*/ 9878 h 10279"/>
                  <a:gd name="connsiteX2" fmla="*/ 10319 w 10319"/>
                  <a:gd name="connsiteY2" fmla="*/ 0 h 10279"/>
                  <a:gd name="connsiteX3" fmla="*/ 10319 w 10319"/>
                  <a:gd name="connsiteY3" fmla="*/ 8912 h 10279"/>
                  <a:gd name="connsiteX4" fmla="*/ 2669 w 10319"/>
                  <a:gd name="connsiteY4" fmla="*/ 10279 h 10279"/>
                  <a:gd name="connsiteX0" fmla="*/ 3432 w 11082"/>
                  <a:gd name="connsiteY0" fmla="*/ 1685 h 1685"/>
                  <a:gd name="connsiteX1" fmla="*/ 763 w 11082"/>
                  <a:gd name="connsiteY1" fmla="*/ 1284 h 1685"/>
                  <a:gd name="connsiteX2" fmla="*/ 0 w 11082"/>
                  <a:gd name="connsiteY2" fmla="*/ 0 h 1685"/>
                  <a:gd name="connsiteX3" fmla="*/ 11082 w 11082"/>
                  <a:gd name="connsiteY3" fmla="*/ 318 h 1685"/>
                  <a:gd name="connsiteX4" fmla="*/ 3432 w 11082"/>
                  <a:gd name="connsiteY4" fmla="*/ 1685 h 1685"/>
                  <a:gd name="connsiteX0" fmla="*/ 3097 w 14245"/>
                  <a:gd name="connsiteY0" fmla="*/ 10000 h 10000"/>
                  <a:gd name="connsiteX1" fmla="*/ 689 w 14245"/>
                  <a:gd name="connsiteY1" fmla="*/ 7620 h 10000"/>
                  <a:gd name="connsiteX2" fmla="*/ 0 w 14245"/>
                  <a:gd name="connsiteY2" fmla="*/ 0 h 10000"/>
                  <a:gd name="connsiteX3" fmla="*/ 14245 w 14245"/>
                  <a:gd name="connsiteY3" fmla="*/ 633 h 10000"/>
                  <a:gd name="connsiteX4" fmla="*/ 3097 w 14245"/>
                  <a:gd name="connsiteY4" fmla="*/ 10000 h 10000"/>
                  <a:gd name="connsiteX0" fmla="*/ 2478 w 13626"/>
                  <a:gd name="connsiteY0" fmla="*/ 9373 h 9373"/>
                  <a:gd name="connsiteX1" fmla="*/ 70 w 13626"/>
                  <a:gd name="connsiteY1" fmla="*/ 6993 h 9373"/>
                  <a:gd name="connsiteX2" fmla="*/ 41 w 13626"/>
                  <a:gd name="connsiteY2" fmla="*/ 0 h 9373"/>
                  <a:gd name="connsiteX3" fmla="*/ 13626 w 13626"/>
                  <a:gd name="connsiteY3" fmla="*/ 6 h 9373"/>
                  <a:gd name="connsiteX4" fmla="*/ 2478 w 13626"/>
                  <a:gd name="connsiteY4" fmla="*/ 9373 h 9373"/>
                  <a:gd name="connsiteX0" fmla="*/ 1334 w 10000"/>
                  <a:gd name="connsiteY0" fmla="*/ 12676 h 12676"/>
                  <a:gd name="connsiteX1" fmla="*/ 51 w 10000"/>
                  <a:gd name="connsiteY1" fmla="*/ 7461 h 12676"/>
                  <a:gd name="connsiteX2" fmla="*/ 30 w 10000"/>
                  <a:gd name="connsiteY2" fmla="*/ 0 h 12676"/>
                  <a:gd name="connsiteX3" fmla="*/ 10000 w 10000"/>
                  <a:gd name="connsiteY3" fmla="*/ 6 h 12676"/>
                  <a:gd name="connsiteX4" fmla="*/ 1334 w 10000"/>
                  <a:gd name="connsiteY4" fmla="*/ 12676 h 12676"/>
                  <a:gd name="connsiteX0" fmla="*/ 434 w 10000"/>
                  <a:gd name="connsiteY0" fmla="*/ 14237 h 14237"/>
                  <a:gd name="connsiteX1" fmla="*/ 51 w 10000"/>
                  <a:gd name="connsiteY1" fmla="*/ 7461 h 14237"/>
                  <a:gd name="connsiteX2" fmla="*/ 30 w 10000"/>
                  <a:gd name="connsiteY2" fmla="*/ 0 h 14237"/>
                  <a:gd name="connsiteX3" fmla="*/ 10000 w 10000"/>
                  <a:gd name="connsiteY3" fmla="*/ 6 h 14237"/>
                  <a:gd name="connsiteX4" fmla="*/ 434 w 10000"/>
                  <a:gd name="connsiteY4" fmla="*/ 14237 h 14237"/>
                  <a:gd name="connsiteX0" fmla="*/ 434 w 12908"/>
                  <a:gd name="connsiteY0" fmla="*/ 14237 h 14237"/>
                  <a:gd name="connsiteX1" fmla="*/ 51 w 12908"/>
                  <a:gd name="connsiteY1" fmla="*/ 7461 h 14237"/>
                  <a:gd name="connsiteX2" fmla="*/ 30 w 12908"/>
                  <a:gd name="connsiteY2" fmla="*/ 0 h 14237"/>
                  <a:gd name="connsiteX3" fmla="*/ 12908 w 12908"/>
                  <a:gd name="connsiteY3" fmla="*/ 3797 h 14237"/>
                  <a:gd name="connsiteX4" fmla="*/ 434 w 12908"/>
                  <a:gd name="connsiteY4" fmla="*/ 14237 h 14237"/>
                  <a:gd name="connsiteX0" fmla="*/ 391 w 12865"/>
                  <a:gd name="connsiteY0" fmla="*/ 10892 h 10892"/>
                  <a:gd name="connsiteX1" fmla="*/ 8 w 12865"/>
                  <a:gd name="connsiteY1" fmla="*/ 4116 h 10892"/>
                  <a:gd name="connsiteX2" fmla="*/ 2479 w 12865"/>
                  <a:gd name="connsiteY2" fmla="*/ 0 h 10892"/>
                  <a:gd name="connsiteX3" fmla="*/ 12865 w 12865"/>
                  <a:gd name="connsiteY3" fmla="*/ 452 h 10892"/>
                  <a:gd name="connsiteX4" fmla="*/ 391 w 12865"/>
                  <a:gd name="connsiteY4" fmla="*/ 10892 h 10892"/>
                  <a:gd name="connsiteX0" fmla="*/ 183 w 12657"/>
                  <a:gd name="connsiteY0" fmla="*/ 10892 h 10892"/>
                  <a:gd name="connsiteX1" fmla="*/ 8 w 12657"/>
                  <a:gd name="connsiteY1" fmla="*/ 7238 h 10892"/>
                  <a:gd name="connsiteX2" fmla="*/ 2271 w 12657"/>
                  <a:gd name="connsiteY2" fmla="*/ 0 h 10892"/>
                  <a:gd name="connsiteX3" fmla="*/ 12657 w 12657"/>
                  <a:gd name="connsiteY3" fmla="*/ 452 h 10892"/>
                  <a:gd name="connsiteX4" fmla="*/ 183 w 12657"/>
                  <a:gd name="connsiteY4" fmla="*/ 10892 h 10892"/>
                  <a:gd name="connsiteX0" fmla="*/ 175 w 12649"/>
                  <a:gd name="connsiteY0" fmla="*/ 10892 h 10892"/>
                  <a:gd name="connsiteX1" fmla="*/ 0 w 12649"/>
                  <a:gd name="connsiteY1" fmla="*/ 7238 h 10892"/>
                  <a:gd name="connsiteX2" fmla="*/ 2263 w 12649"/>
                  <a:gd name="connsiteY2" fmla="*/ 0 h 10892"/>
                  <a:gd name="connsiteX3" fmla="*/ 12649 w 12649"/>
                  <a:gd name="connsiteY3" fmla="*/ 452 h 10892"/>
                  <a:gd name="connsiteX4" fmla="*/ 175 w 12649"/>
                  <a:gd name="connsiteY4" fmla="*/ 10892 h 10892"/>
                  <a:gd name="connsiteX0" fmla="*/ 175 w 12649"/>
                  <a:gd name="connsiteY0" fmla="*/ 10892 h 10892"/>
                  <a:gd name="connsiteX1" fmla="*/ 0 w 12649"/>
                  <a:gd name="connsiteY1" fmla="*/ 7238 h 10892"/>
                  <a:gd name="connsiteX2" fmla="*/ 2263 w 12649"/>
                  <a:gd name="connsiteY2" fmla="*/ 0 h 10892"/>
                  <a:gd name="connsiteX3" fmla="*/ 12649 w 12649"/>
                  <a:gd name="connsiteY3" fmla="*/ 452 h 10892"/>
                  <a:gd name="connsiteX4" fmla="*/ 175 w 12649"/>
                  <a:gd name="connsiteY4" fmla="*/ 10892 h 10892"/>
                  <a:gd name="connsiteX0" fmla="*/ 175 w 12649"/>
                  <a:gd name="connsiteY0" fmla="*/ 10440 h 10440"/>
                  <a:gd name="connsiteX1" fmla="*/ 0 w 12649"/>
                  <a:gd name="connsiteY1" fmla="*/ 6786 h 10440"/>
                  <a:gd name="connsiteX2" fmla="*/ 2263 w 12649"/>
                  <a:gd name="connsiteY2" fmla="*/ 217 h 10440"/>
                  <a:gd name="connsiteX3" fmla="*/ 12649 w 12649"/>
                  <a:gd name="connsiteY3" fmla="*/ 0 h 10440"/>
                  <a:gd name="connsiteX4" fmla="*/ 175 w 12649"/>
                  <a:gd name="connsiteY4" fmla="*/ 10440 h 10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49" h="10440">
                    <a:moveTo>
                      <a:pt x="175" y="10440"/>
                    </a:moveTo>
                    <a:cubicBezTo>
                      <a:pt x="47" y="8181"/>
                      <a:pt x="128" y="9045"/>
                      <a:pt x="0" y="6786"/>
                    </a:cubicBezTo>
                    <a:cubicBezTo>
                      <a:pt x="1563" y="2515"/>
                      <a:pt x="1463" y="3373"/>
                      <a:pt x="2263" y="217"/>
                    </a:cubicBezTo>
                    <a:lnTo>
                      <a:pt x="12649" y="0"/>
                    </a:lnTo>
                    <a:lnTo>
                      <a:pt x="175" y="1044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99000">
                    <a:schemeClr val="bg1">
                      <a:lumMod val="75000"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496" name="Group 495">
                <a:extLst>
                  <a:ext uri="{FF2B5EF4-FFF2-40B4-BE49-F238E27FC236}">
                    <a16:creationId xmlns:a16="http://schemas.microsoft.com/office/drawing/2014/main" id="{8B40CC4E-61E1-7147-B950-B5A9495E9B83}"/>
                  </a:ext>
                </a:extLst>
              </p:cNvPr>
              <p:cNvGrpSpPr/>
              <p:nvPr/>
            </p:nvGrpSpPr>
            <p:grpSpPr>
              <a:xfrm>
                <a:off x="10210705" y="4577638"/>
                <a:ext cx="571917" cy="461666"/>
                <a:chOff x="9980560" y="726571"/>
                <a:chExt cx="659732" cy="461666"/>
              </a:xfrm>
            </p:grpSpPr>
            <p:sp>
              <p:nvSpPr>
                <p:cNvPr id="497" name="Rectangle 228">
                  <a:extLst>
                    <a:ext uri="{FF2B5EF4-FFF2-40B4-BE49-F238E27FC236}">
                      <a16:creationId xmlns:a16="http://schemas.microsoft.com/office/drawing/2014/main" id="{D2D44BCA-E28A-FA41-AF35-848ECEF070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50800" dist="38100" dir="2700000" algn="tl" rotWithShape="0">
                    <a:schemeClr val="tx1">
                      <a:lumMod val="50000"/>
                      <a:lumOff val="50000"/>
                      <a:alpha val="40000"/>
                    </a:schemeClr>
                  </a:outerShdw>
                </a:effec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98" name="Rectangle 229">
                  <a:extLst>
                    <a:ext uri="{FF2B5EF4-FFF2-40B4-BE49-F238E27FC236}">
                      <a16:creationId xmlns:a16="http://schemas.microsoft.com/office/drawing/2014/main" id="{D389761B-E426-DB42-85C3-D511639FC0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99" name="Text Box 230">
                  <a:extLst>
                    <a:ext uri="{FF2B5EF4-FFF2-40B4-BE49-F238E27FC236}">
                      <a16:creationId xmlns:a16="http://schemas.microsoft.com/office/drawing/2014/main" id="{3DB5EBC6-C337-BB4C-B251-28D5B838EF6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980560" y="726571"/>
                  <a:ext cx="659732" cy="4616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network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link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physical</a:t>
                  </a: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500" name="Straight Connector 499">
                  <a:extLst>
                    <a:ext uri="{FF2B5EF4-FFF2-40B4-BE49-F238E27FC236}">
                      <a16:creationId xmlns:a16="http://schemas.microsoft.com/office/drawing/2014/main" id="{8479EDDB-D000-FE4F-B1BE-1440681E30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895309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1" name="Straight Connector 500">
                  <a:extLst>
                    <a:ext uri="{FF2B5EF4-FFF2-40B4-BE49-F238E27FC236}">
                      <a16:creationId xmlns:a16="http://schemas.microsoft.com/office/drawing/2014/main" id="{4B266B2A-3BB6-1B4F-AFEF-AAB669208B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1018248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530" name="Group 529">
            <a:extLst>
              <a:ext uri="{FF2B5EF4-FFF2-40B4-BE49-F238E27FC236}">
                <a16:creationId xmlns:a16="http://schemas.microsoft.com/office/drawing/2014/main" id="{0E5911E9-912E-A74C-9314-F819FE0F68F9}"/>
              </a:ext>
            </a:extLst>
          </p:cNvPr>
          <p:cNvGrpSpPr/>
          <p:nvPr/>
        </p:nvGrpSpPr>
        <p:grpSpPr>
          <a:xfrm>
            <a:off x="9857298" y="4503289"/>
            <a:ext cx="393760" cy="218578"/>
            <a:chOff x="7493876" y="2774731"/>
            <a:chExt cx="1481958" cy="894622"/>
          </a:xfrm>
        </p:grpSpPr>
        <p:sp>
          <p:nvSpPr>
            <p:cNvPr id="531" name="Freeform 530">
              <a:extLst>
                <a:ext uri="{FF2B5EF4-FFF2-40B4-BE49-F238E27FC236}">
                  <a16:creationId xmlns:a16="http://schemas.microsoft.com/office/drawing/2014/main" id="{607075C2-B6C5-9040-B4CF-2B70E9105E8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32" name="Oval 531">
              <a:extLst>
                <a:ext uri="{FF2B5EF4-FFF2-40B4-BE49-F238E27FC236}">
                  <a16:creationId xmlns:a16="http://schemas.microsoft.com/office/drawing/2014/main" id="{E1345A0C-4A4C-F641-BBD0-7933F8056C0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33" name="Group 532">
              <a:extLst>
                <a:ext uri="{FF2B5EF4-FFF2-40B4-BE49-F238E27FC236}">
                  <a16:creationId xmlns:a16="http://schemas.microsoft.com/office/drawing/2014/main" id="{31C7191D-3480-654D-965C-3B4C97B7A45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34" name="Freeform 533">
                <a:extLst>
                  <a:ext uri="{FF2B5EF4-FFF2-40B4-BE49-F238E27FC236}">
                    <a16:creationId xmlns:a16="http://schemas.microsoft.com/office/drawing/2014/main" id="{EE001FF1-F9D3-0947-96F9-2AF2D9DFCA0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5" name="Freeform 534">
                <a:extLst>
                  <a:ext uri="{FF2B5EF4-FFF2-40B4-BE49-F238E27FC236}">
                    <a16:creationId xmlns:a16="http://schemas.microsoft.com/office/drawing/2014/main" id="{45E8ED17-9799-6442-8FBA-D34F88BCECB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6" name="Freeform 535">
                <a:extLst>
                  <a:ext uri="{FF2B5EF4-FFF2-40B4-BE49-F238E27FC236}">
                    <a16:creationId xmlns:a16="http://schemas.microsoft.com/office/drawing/2014/main" id="{F65478EB-2F48-3744-B46F-1455A255339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7" name="Freeform 536">
                <a:extLst>
                  <a:ext uri="{FF2B5EF4-FFF2-40B4-BE49-F238E27FC236}">
                    <a16:creationId xmlns:a16="http://schemas.microsoft.com/office/drawing/2014/main" id="{1EEBD73D-ED6E-D444-91D9-C7EA735BBFEB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538" name="Freeform 537">
            <a:extLst>
              <a:ext uri="{FF2B5EF4-FFF2-40B4-BE49-F238E27FC236}">
                <a16:creationId xmlns:a16="http://schemas.microsoft.com/office/drawing/2014/main" id="{431F7FF5-7027-894E-929D-18B244822EFA}"/>
              </a:ext>
            </a:extLst>
          </p:cNvPr>
          <p:cNvSpPr/>
          <p:nvPr/>
        </p:nvSpPr>
        <p:spPr>
          <a:xfrm>
            <a:off x="7362436" y="2627566"/>
            <a:ext cx="3064097" cy="2683755"/>
          </a:xfrm>
          <a:custGeom>
            <a:avLst/>
            <a:gdLst>
              <a:gd name="connsiteX0" fmla="*/ 0 w 2769704"/>
              <a:gd name="connsiteY0" fmla="*/ 0 h 2637182"/>
              <a:gd name="connsiteX1" fmla="*/ 980661 w 2769704"/>
              <a:gd name="connsiteY1" fmla="*/ 1007165 h 2637182"/>
              <a:gd name="connsiteX2" fmla="*/ 2014330 w 2769704"/>
              <a:gd name="connsiteY2" fmla="*/ 993913 h 2637182"/>
              <a:gd name="connsiteX3" fmla="*/ 2478156 w 2769704"/>
              <a:gd name="connsiteY3" fmla="*/ 1007165 h 2637182"/>
              <a:gd name="connsiteX4" fmla="*/ 2054087 w 2769704"/>
              <a:gd name="connsiteY4" fmla="*/ 1709530 h 2637182"/>
              <a:gd name="connsiteX5" fmla="*/ 2650434 w 2769704"/>
              <a:gd name="connsiteY5" fmla="*/ 2001078 h 2637182"/>
              <a:gd name="connsiteX6" fmla="*/ 2769704 w 2769704"/>
              <a:gd name="connsiteY6" fmla="*/ 2637182 h 2637182"/>
              <a:gd name="connsiteX0" fmla="*/ 0 w 2769704"/>
              <a:gd name="connsiteY0" fmla="*/ 0 h 2637182"/>
              <a:gd name="connsiteX1" fmla="*/ 980661 w 2769704"/>
              <a:gd name="connsiteY1" fmla="*/ 1007165 h 2637182"/>
              <a:gd name="connsiteX2" fmla="*/ 2014330 w 2769704"/>
              <a:gd name="connsiteY2" fmla="*/ 1016216 h 2637182"/>
              <a:gd name="connsiteX3" fmla="*/ 2478156 w 2769704"/>
              <a:gd name="connsiteY3" fmla="*/ 1007165 h 2637182"/>
              <a:gd name="connsiteX4" fmla="*/ 2054087 w 2769704"/>
              <a:gd name="connsiteY4" fmla="*/ 1709530 h 2637182"/>
              <a:gd name="connsiteX5" fmla="*/ 2650434 w 2769704"/>
              <a:gd name="connsiteY5" fmla="*/ 2001078 h 2637182"/>
              <a:gd name="connsiteX6" fmla="*/ 2769704 w 2769704"/>
              <a:gd name="connsiteY6" fmla="*/ 2637182 h 2637182"/>
              <a:gd name="connsiteX0" fmla="*/ 0 w 2769704"/>
              <a:gd name="connsiteY0" fmla="*/ 0 h 2637182"/>
              <a:gd name="connsiteX1" fmla="*/ 980661 w 2769704"/>
              <a:gd name="connsiteY1" fmla="*/ 1007165 h 2637182"/>
              <a:gd name="connsiteX2" fmla="*/ 2014330 w 2769704"/>
              <a:gd name="connsiteY2" fmla="*/ 998374 h 2637182"/>
              <a:gd name="connsiteX3" fmla="*/ 2478156 w 2769704"/>
              <a:gd name="connsiteY3" fmla="*/ 1007165 h 2637182"/>
              <a:gd name="connsiteX4" fmla="*/ 2054087 w 2769704"/>
              <a:gd name="connsiteY4" fmla="*/ 1709530 h 2637182"/>
              <a:gd name="connsiteX5" fmla="*/ 2650434 w 2769704"/>
              <a:gd name="connsiteY5" fmla="*/ 2001078 h 2637182"/>
              <a:gd name="connsiteX6" fmla="*/ 2769704 w 2769704"/>
              <a:gd name="connsiteY6" fmla="*/ 2637182 h 2637182"/>
              <a:gd name="connsiteX0" fmla="*/ 0 w 2769704"/>
              <a:gd name="connsiteY0" fmla="*/ 0 h 2637182"/>
              <a:gd name="connsiteX1" fmla="*/ 980661 w 2769704"/>
              <a:gd name="connsiteY1" fmla="*/ 1007165 h 2637182"/>
              <a:gd name="connsiteX2" fmla="*/ 2014330 w 2769704"/>
              <a:gd name="connsiteY2" fmla="*/ 1011756 h 2637182"/>
              <a:gd name="connsiteX3" fmla="*/ 2478156 w 2769704"/>
              <a:gd name="connsiteY3" fmla="*/ 1007165 h 2637182"/>
              <a:gd name="connsiteX4" fmla="*/ 2054087 w 2769704"/>
              <a:gd name="connsiteY4" fmla="*/ 1709530 h 2637182"/>
              <a:gd name="connsiteX5" fmla="*/ 2650434 w 2769704"/>
              <a:gd name="connsiteY5" fmla="*/ 2001078 h 2637182"/>
              <a:gd name="connsiteX6" fmla="*/ 2769704 w 2769704"/>
              <a:gd name="connsiteY6" fmla="*/ 2637182 h 2637182"/>
              <a:gd name="connsiteX0" fmla="*/ 0 w 2769704"/>
              <a:gd name="connsiteY0" fmla="*/ 0 h 2637182"/>
              <a:gd name="connsiteX1" fmla="*/ 980661 w 2769704"/>
              <a:gd name="connsiteY1" fmla="*/ 1007165 h 2637182"/>
              <a:gd name="connsiteX2" fmla="*/ 2014330 w 2769704"/>
              <a:gd name="connsiteY2" fmla="*/ 1011756 h 2637182"/>
              <a:gd name="connsiteX3" fmla="*/ 2478156 w 2769704"/>
              <a:gd name="connsiteY3" fmla="*/ 1007165 h 2637182"/>
              <a:gd name="connsiteX4" fmla="*/ 2054087 w 2769704"/>
              <a:gd name="connsiteY4" fmla="*/ 1709530 h 2637182"/>
              <a:gd name="connsiteX5" fmla="*/ 2753026 w 2769704"/>
              <a:gd name="connsiteY5" fmla="*/ 2050143 h 2637182"/>
              <a:gd name="connsiteX6" fmla="*/ 2769704 w 2769704"/>
              <a:gd name="connsiteY6" fmla="*/ 2637182 h 2637182"/>
              <a:gd name="connsiteX0" fmla="*/ 0 w 2753026"/>
              <a:gd name="connsiteY0" fmla="*/ 0 h 2628261"/>
              <a:gd name="connsiteX1" fmla="*/ 980661 w 2753026"/>
              <a:gd name="connsiteY1" fmla="*/ 1007165 h 2628261"/>
              <a:gd name="connsiteX2" fmla="*/ 2014330 w 2753026"/>
              <a:gd name="connsiteY2" fmla="*/ 1011756 h 2628261"/>
              <a:gd name="connsiteX3" fmla="*/ 2478156 w 2753026"/>
              <a:gd name="connsiteY3" fmla="*/ 1007165 h 2628261"/>
              <a:gd name="connsiteX4" fmla="*/ 2054087 w 2753026"/>
              <a:gd name="connsiteY4" fmla="*/ 1709530 h 2628261"/>
              <a:gd name="connsiteX5" fmla="*/ 2753026 w 2753026"/>
              <a:gd name="connsiteY5" fmla="*/ 2050143 h 2628261"/>
              <a:gd name="connsiteX6" fmla="*/ 2742942 w 2753026"/>
              <a:gd name="connsiteY6" fmla="*/ 2628261 h 2628261"/>
              <a:gd name="connsiteX0" fmla="*/ 0 w 2760784"/>
              <a:gd name="connsiteY0" fmla="*/ 0 h 2820062"/>
              <a:gd name="connsiteX1" fmla="*/ 980661 w 2760784"/>
              <a:gd name="connsiteY1" fmla="*/ 1007165 h 2820062"/>
              <a:gd name="connsiteX2" fmla="*/ 2014330 w 2760784"/>
              <a:gd name="connsiteY2" fmla="*/ 1011756 h 2820062"/>
              <a:gd name="connsiteX3" fmla="*/ 2478156 w 2760784"/>
              <a:gd name="connsiteY3" fmla="*/ 1007165 h 2820062"/>
              <a:gd name="connsiteX4" fmla="*/ 2054087 w 2760784"/>
              <a:gd name="connsiteY4" fmla="*/ 1709530 h 2820062"/>
              <a:gd name="connsiteX5" fmla="*/ 2753026 w 2760784"/>
              <a:gd name="connsiteY5" fmla="*/ 2050143 h 2820062"/>
              <a:gd name="connsiteX6" fmla="*/ 2760784 w 2760784"/>
              <a:gd name="connsiteY6" fmla="*/ 2820062 h 2820062"/>
              <a:gd name="connsiteX0" fmla="*/ 0 w 2760784"/>
              <a:gd name="connsiteY0" fmla="*/ 0 h 2820062"/>
              <a:gd name="connsiteX1" fmla="*/ 980661 w 2760784"/>
              <a:gd name="connsiteY1" fmla="*/ 1007165 h 2820062"/>
              <a:gd name="connsiteX2" fmla="*/ 2014330 w 2760784"/>
              <a:gd name="connsiteY2" fmla="*/ 1011756 h 2820062"/>
              <a:gd name="connsiteX3" fmla="*/ 2478156 w 2760784"/>
              <a:gd name="connsiteY3" fmla="*/ 1007165 h 2820062"/>
              <a:gd name="connsiteX4" fmla="*/ 2054087 w 2760784"/>
              <a:gd name="connsiteY4" fmla="*/ 1709530 h 2820062"/>
              <a:gd name="connsiteX5" fmla="*/ 2753026 w 2760784"/>
              <a:gd name="connsiteY5" fmla="*/ 2050143 h 2820062"/>
              <a:gd name="connsiteX6" fmla="*/ 2760783 w 2760784"/>
              <a:gd name="connsiteY6" fmla="*/ 2639768 h 2820062"/>
              <a:gd name="connsiteX7" fmla="*/ 2760784 w 2760784"/>
              <a:gd name="connsiteY7" fmla="*/ 2820062 h 2820062"/>
              <a:gd name="connsiteX0" fmla="*/ 0 w 3188991"/>
              <a:gd name="connsiteY0" fmla="*/ 0 h 2681787"/>
              <a:gd name="connsiteX1" fmla="*/ 980661 w 3188991"/>
              <a:gd name="connsiteY1" fmla="*/ 1007165 h 2681787"/>
              <a:gd name="connsiteX2" fmla="*/ 2014330 w 3188991"/>
              <a:gd name="connsiteY2" fmla="*/ 1011756 h 2681787"/>
              <a:gd name="connsiteX3" fmla="*/ 2478156 w 3188991"/>
              <a:gd name="connsiteY3" fmla="*/ 1007165 h 2681787"/>
              <a:gd name="connsiteX4" fmla="*/ 2054087 w 3188991"/>
              <a:gd name="connsiteY4" fmla="*/ 1709530 h 2681787"/>
              <a:gd name="connsiteX5" fmla="*/ 2753026 w 3188991"/>
              <a:gd name="connsiteY5" fmla="*/ 2050143 h 2681787"/>
              <a:gd name="connsiteX6" fmla="*/ 2760783 w 3188991"/>
              <a:gd name="connsiteY6" fmla="*/ 2639768 h 2681787"/>
              <a:gd name="connsiteX7" fmla="*/ 3188991 w 3188991"/>
              <a:gd name="connsiteY7" fmla="*/ 2681787 h 2681787"/>
              <a:gd name="connsiteX0" fmla="*/ 0 w 3188991"/>
              <a:gd name="connsiteY0" fmla="*/ 0 h 2691285"/>
              <a:gd name="connsiteX1" fmla="*/ 980661 w 3188991"/>
              <a:gd name="connsiteY1" fmla="*/ 1007165 h 2691285"/>
              <a:gd name="connsiteX2" fmla="*/ 2014330 w 3188991"/>
              <a:gd name="connsiteY2" fmla="*/ 1011756 h 2691285"/>
              <a:gd name="connsiteX3" fmla="*/ 2478156 w 3188991"/>
              <a:gd name="connsiteY3" fmla="*/ 1007165 h 2691285"/>
              <a:gd name="connsiteX4" fmla="*/ 2054087 w 3188991"/>
              <a:gd name="connsiteY4" fmla="*/ 1709530 h 2691285"/>
              <a:gd name="connsiteX5" fmla="*/ 2753026 w 3188991"/>
              <a:gd name="connsiteY5" fmla="*/ 2050143 h 2691285"/>
              <a:gd name="connsiteX6" fmla="*/ 2760783 w 3188991"/>
              <a:gd name="connsiteY6" fmla="*/ 2639768 h 2691285"/>
              <a:gd name="connsiteX7" fmla="*/ 3188991 w 3188991"/>
              <a:gd name="connsiteY7" fmla="*/ 2681787 h 2691285"/>
              <a:gd name="connsiteX0" fmla="*/ 0 w 3188991"/>
              <a:gd name="connsiteY0" fmla="*/ 0 h 2700394"/>
              <a:gd name="connsiteX1" fmla="*/ 980661 w 3188991"/>
              <a:gd name="connsiteY1" fmla="*/ 1007165 h 2700394"/>
              <a:gd name="connsiteX2" fmla="*/ 2014330 w 3188991"/>
              <a:gd name="connsiteY2" fmla="*/ 1011756 h 2700394"/>
              <a:gd name="connsiteX3" fmla="*/ 2478156 w 3188991"/>
              <a:gd name="connsiteY3" fmla="*/ 1007165 h 2700394"/>
              <a:gd name="connsiteX4" fmla="*/ 2054087 w 3188991"/>
              <a:gd name="connsiteY4" fmla="*/ 1709530 h 2700394"/>
              <a:gd name="connsiteX5" fmla="*/ 2753026 w 3188991"/>
              <a:gd name="connsiteY5" fmla="*/ 2050143 h 2700394"/>
              <a:gd name="connsiteX6" fmla="*/ 2765243 w 3188991"/>
              <a:gd name="connsiteY6" fmla="*/ 2662071 h 2700394"/>
              <a:gd name="connsiteX7" fmla="*/ 3188991 w 3188991"/>
              <a:gd name="connsiteY7" fmla="*/ 2681787 h 2700394"/>
              <a:gd name="connsiteX0" fmla="*/ 0 w 3188991"/>
              <a:gd name="connsiteY0" fmla="*/ 0 h 2686921"/>
              <a:gd name="connsiteX1" fmla="*/ 980661 w 3188991"/>
              <a:gd name="connsiteY1" fmla="*/ 1007165 h 2686921"/>
              <a:gd name="connsiteX2" fmla="*/ 2014330 w 3188991"/>
              <a:gd name="connsiteY2" fmla="*/ 1011756 h 2686921"/>
              <a:gd name="connsiteX3" fmla="*/ 2478156 w 3188991"/>
              <a:gd name="connsiteY3" fmla="*/ 1007165 h 2686921"/>
              <a:gd name="connsiteX4" fmla="*/ 2054087 w 3188991"/>
              <a:gd name="connsiteY4" fmla="*/ 1709530 h 2686921"/>
              <a:gd name="connsiteX5" fmla="*/ 2753026 w 3188991"/>
              <a:gd name="connsiteY5" fmla="*/ 2050143 h 2686921"/>
              <a:gd name="connsiteX6" fmla="*/ 2765243 w 3188991"/>
              <a:gd name="connsiteY6" fmla="*/ 2662071 h 2686921"/>
              <a:gd name="connsiteX7" fmla="*/ 3188991 w 3188991"/>
              <a:gd name="connsiteY7" fmla="*/ 2681787 h 2686921"/>
              <a:gd name="connsiteX0" fmla="*/ 0 w 3188991"/>
              <a:gd name="connsiteY0" fmla="*/ 0 h 2689619"/>
              <a:gd name="connsiteX1" fmla="*/ 980661 w 3188991"/>
              <a:gd name="connsiteY1" fmla="*/ 1007165 h 2689619"/>
              <a:gd name="connsiteX2" fmla="*/ 2014330 w 3188991"/>
              <a:gd name="connsiteY2" fmla="*/ 1011756 h 2689619"/>
              <a:gd name="connsiteX3" fmla="*/ 2478156 w 3188991"/>
              <a:gd name="connsiteY3" fmla="*/ 1007165 h 2689619"/>
              <a:gd name="connsiteX4" fmla="*/ 2054087 w 3188991"/>
              <a:gd name="connsiteY4" fmla="*/ 1709530 h 2689619"/>
              <a:gd name="connsiteX5" fmla="*/ 2753026 w 3188991"/>
              <a:gd name="connsiteY5" fmla="*/ 2050143 h 2689619"/>
              <a:gd name="connsiteX6" fmla="*/ 2769703 w 3188991"/>
              <a:gd name="connsiteY6" fmla="*/ 2675452 h 2689619"/>
              <a:gd name="connsiteX7" fmla="*/ 3188991 w 3188991"/>
              <a:gd name="connsiteY7" fmla="*/ 2681787 h 2689619"/>
              <a:gd name="connsiteX0" fmla="*/ 0 w 3188991"/>
              <a:gd name="connsiteY0" fmla="*/ 0 h 2681967"/>
              <a:gd name="connsiteX1" fmla="*/ 980661 w 3188991"/>
              <a:gd name="connsiteY1" fmla="*/ 1007165 h 2681967"/>
              <a:gd name="connsiteX2" fmla="*/ 2014330 w 3188991"/>
              <a:gd name="connsiteY2" fmla="*/ 1011756 h 2681967"/>
              <a:gd name="connsiteX3" fmla="*/ 2478156 w 3188991"/>
              <a:gd name="connsiteY3" fmla="*/ 1007165 h 2681967"/>
              <a:gd name="connsiteX4" fmla="*/ 2054087 w 3188991"/>
              <a:gd name="connsiteY4" fmla="*/ 1709530 h 2681967"/>
              <a:gd name="connsiteX5" fmla="*/ 2753026 w 3188991"/>
              <a:gd name="connsiteY5" fmla="*/ 2050143 h 2681967"/>
              <a:gd name="connsiteX6" fmla="*/ 2769703 w 3188991"/>
              <a:gd name="connsiteY6" fmla="*/ 2675452 h 2681967"/>
              <a:gd name="connsiteX7" fmla="*/ 3188991 w 3188991"/>
              <a:gd name="connsiteY7" fmla="*/ 2681787 h 2681967"/>
              <a:gd name="connsiteX0" fmla="*/ 0 w 3188991"/>
              <a:gd name="connsiteY0" fmla="*/ 0 h 2687647"/>
              <a:gd name="connsiteX1" fmla="*/ 980661 w 3188991"/>
              <a:gd name="connsiteY1" fmla="*/ 1007165 h 2687647"/>
              <a:gd name="connsiteX2" fmla="*/ 2014330 w 3188991"/>
              <a:gd name="connsiteY2" fmla="*/ 1011756 h 2687647"/>
              <a:gd name="connsiteX3" fmla="*/ 2478156 w 3188991"/>
              <a:gd name="connsiteY3" fmla="*/ 1007165 h 2687647"/>
              <a:gd name="connsiteX4" fmla="*/ 2054087 w 3188991"/>
              <a:gd name="connsiteY4" fmla="*/ 1709530 h 2687647"/>
              <a:gd name="connsiteX5" fmla="*/ 2753026 w 3188991"/>
              <a:gd name="connsiteY5" fmla="*/ 2050143 h 2687647"/>
              <a:gd name="connsiteX6" fmla="*/ 2769703 w 3188991"/>
              <a:gd name="connsiteY6" fmla="*/ 2675452 h 2687647"/>
              <a:gd name="connsiteX7" fmla="*/ 3188991 w 3188991"/>
              <a:gd name="connsiteY7" fmla="*/ 2681787 h 2687647"/>
              <a:gd name="connsiteX0" fmla="*/ 0 w 3064097"/>
              <a:gd name="connsiteY0" fmla="*/ 0 h 2687647"/>
              <a:gd name="connsiteX1" fmla="*/ 980661 w 3064097"/>
              <a:gd name="connsiteY1" fmla="*/ 1007165 h 2687647"/>
              <a:gd name="connsiteX2" fmla="*/ 2014330 w 3064097"/>
              <a:gd name="connsiteY2" fmla="*/ 1011756 h 2687647"/>
              <a:gd name="connsiteX3" fmla="*/ 2478156 w 3064097"/>
              <a:gd name="connsiteY3" fmla="*/ 1007165 h 2687647"/>
              <a:gd name="connsiteX4" fmla="*/ 2054087 w 3064097"/>
              <a:gd name="connsiteY4" fmla="*/ 1709530 h 2687647"/>
              <a:gd name="connsiteX5" fmla="*/ 2753026 w 3064097"/>
              <a:gd name="connsiteY5" fmla="*/ 2050143 h 2687647"/>
              <a:gd name="connsiteX6" fmla="*/ 2769703 w 3064097"/>
              <a:gd name="connsiteY6" fmla="*/ 2675452 h 2687647"/>
              <a:gd name="connsiteX7" fmla="*/ 3064097 w 3064097"/>
              <a:gd name="connsiteY7" fmla="*/ 2681787 h 2687647"/>
              <a:gd name="connsiteX0" fmla="*/ 0 w 3064097"/>
              <a:gd name="connsiteY0" fmla="*/ 0 h 2683755"/>
              <a:gd name="connsiteX1" fmla="*/ 980661 w 3064097"/>
              <a:gd name="connsiteY1" fmla="*/ 1007165 h 2683755"/>
              <a:gd name="connsiteX2" fmla="*/ 2014330 w 3064097"/>
              <a:gd name="connsiteY2" fmla="*/ 1011756 h 2683755"/>
              <a:gd name="connsiteX3" fmla="*/ 2478156 w 3064097"/>
              <a:gd name="connsiteY3" fmla="*/ 1007165 h 2683755"/>
              <a:gd name="connsiteX4" fmla="*/ 2054087 w 3064097"/>
              <a:gd name="connsiteY4" fmla="*/ 1709530 h 2683755"/>
              <a:gd name="connsiteX5" fmla="*/ 2753026 w 3064097"/>
              <a:gd name="connsiteY5" fmla="*/ 2050143 h 2683755"/>
              <a:gd name="connsiteX6" fmla="*/ 2769703 w 3064097"/>
              <a:gd name="connsiteY6" fmla="*/ 2675452 h 2683755"/>
              <a:gd name="connsiteX7" fmla="*/ 3064097 w 3064097"/>
              <a:gd name="connsiteY7" fmla="*/ 2681787 h 2683755"/>
              <a:gd name="connsiteX0" fmla="*/ 0 w 3064097"/>
              <a:gd name="connsiteY0" fmla="*/ 0 h 2683755"/>
              <a:gd name="connsiteX1" fmla="*/ 980661 w 3064097"/>
              <a:gd name="connsiteY1" fmla="*/ 1007165 h 2683755"/>
              <a:gd name="connsiteX2" fmla="*/ 2014330 w 3064097"/>
              <a:gd name="connsiteY2" fmla="*/ 1011756 h 2683755"/>
              <a:gd name="connsiteX3" fmla="*/ 2478156 w 3064097"/>
              <a:gd name="connsiteY3" fmla="*/ 1007165 h 2683755"/>
              <a:gd name="connsiteX4" fmla="*/ 2054087 w 3064097"/>
              <a:gd name="connsiteY4" fmla="*/ 1709530 h 2683755"/>
              <a:gd name="connsiteX5" fmla="*/ 2753026 w 3064097"/>
              <a:gd name="connsiteY5" fmla="*/ 2050143 h 2683755"/>
              <a:gd name="connsiteX6" fmla="*/ 2769703 w 3064097"/>
              <a:gd name="connsiteY6" fmla="*/ 2675452 h 2683755"/>
              <a:gd name="connsiteX7" fmla="*/ 3064097 w 3064097"/>
              <a:gd name="connsiteY7" fmla="*/ 2681787 h 2683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064097" h="2683755">
                <a:moveTo>
                  <a:pt x="0" y="0"/>
                </a:moveTo>
                <a:lnTo>
                  <a:pt x="980661" y="1007165"/>
                </a:lnTo>
                <a:lnTo>
                  <a:pt x="2014330" y="1011756"/>
                </a:lnTo>
                <a:lnTo>
                  <a:pt x="2478156" y="1007165"/>
                </a:lnTo>
                <a:lnTo>
                  <a:pt x="2054087" y="1709530"/>
                </a:lnTo>
                <a:lnTo>
                  <a:pt x="2753026" y="2050143"/>
                </a:lnTo>
                <a:lnTo>
                  <a:pt x="2769703" y="2675452"/>
                </a:lnTo>
                <a:cubicBezTo>
                  <a:pt x="2903519" y="2686485"/>
                  <a:pt x="2930284" y="2684136"/>
                  <a:pt x="3064097" y="2681787"/>
                </a:cubicBezTo>
              </a:path>
            </a:pathLst>
          </a:custGeom>
          <a:noFill/>
          <a:ln w="31750"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2E4A67-D01E-C04D-A31C-1A84810271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204591-24BD-A542-B9D5-F8D8A88D2FE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696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3837"/>
            <a:ext cx="10515600" cy="894622"/>
          </a:xfrm>
        </p:spPr>
        <p:txBody>
          <a:bodyPr/>
          <a:lstStyle/>
          <a:p>
            <a:r>
              <a:rPr lang="en-US" dirty="0"/>
              <a:t>Routing </a:t>
            </a:r>
            <a:r>
              <a:rPr lang="en-US" altLang="zh-CN" dirty="0"/>
              <a:t>tables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2E4A67-D01E-C04D-A31C-1A84810271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204591-24BD-A542-B9D5-F8D8A88D2FE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61" name="Content Placeholder 2"/>
          <p:cNvSpPr>
            <a:spLocks noGrp="1"/>
          </p:cNvSpPr>
          <p:nvPr>
            <p:ph sz="quarter" idx="1"/>
          </p:nvPr>
        </p:nvSpPr>
        <p:spPr>
          <a:xfrm>
            <a:off x="886284" y="1447800"/>
            <a:ext cx="10767585" cy="4419600"/>
          </a:xfrm>
        </p:spPr>
        <p:txBody>
          <a:bodyPr/>
          <a:lstStyle/>
          <a:p>
            <a:r>
              <a:rPr lang="en-US" altLang="zh-TW" sz="2400" dirty="0">
                <a:latin typeface="Perpetua" charset="0"/>
                <a:ea typeface="新細明體" charset="0"/>
                <a:cs typeface="新細明體" charset="0"/>
              </a:rPr>
              <a:t>Within each router, there is a </a:t>
            </a:r>
            <a:r>
              <a:rPr lang="en-US" altLang="zh-TW" sz="2400" dirty="0">
                <a:solidFill>
                  <a:srgbClr val="0033CC"/>
                </a:solidFill>
                <a:latin typeface="Perpetua" charset="0"/>
                <a:ea typeface="新細明體" charset="0"/>
                <a:cs typeface="新細明體" charset="0"/>
              </a:rPr>
              <a:t>routing table</a:t>
            </a:r>
            <a:r>
              <a:rPr lang="en-US" altLang="zh-TW" sz="2400" dirty="0">
                <a:latin typeface="Perpetua" charset="0"/>
                <a:ea typeface="新細明體" charset="0"/>
                <a:cs typeface="新細明體" charset="0"/>
              </a:rPr>
              <a:t> specifying how to route packets to the destination.</a:t>
            </a:r>
          </a:p>
          <a:p>
            <a:r>
              <a:rPr lang="en-US" altLang="zh-TW" sz="2400" dirty="0">
                <a:latin typeface="Perpetua" charset="0"/>
                <a:ea typeface="新細明體" charset="0"/>
                <a:cs typeface="新細明體" charset="0"/>
              </a:rPr>
              <a:t>The rules that used to build a routing table is called a </a:t>
            </a:r>
            <a:r>
              <a:rPr lang="en-US" altLang="zh-TW" sz="2400" dirty="0">
                <a:solidFill>
                  <a:srgbClr val="0033CC"/>
                </a:solidFill>
                <a:latin typeface="Perpetua" charset="0"/>
                <a:ea typeface="新細明體" charset="0"/>
                <a:cs typeface="新細明體" charset="0"/>
              </a:rPr>
              <a:t>routing algorithm.</a:t>
            </a:r>
          </a:p>
          <a:p>
            <a:r>
              <a:rPr lang="en-US" altLang="zh-TW" sz="2400" dirty="0">
                <a:latin typeface="Perpetua" charset="0"/>
                <a:ea typeface="新細明體" charset="0"/>
                <a:cs typeface="新細明體" charset="0"/>
              </a:rPr>
              <a:t>Example:</a:t>
            </a:r>
          </a:p>
          <a:p>
            <a:pPr marL="0" indent="0">
              <a:buNone/>
            </a:pPr>
            <a:endParaRPr lang="en-US" altLang="zh-TW" sz="2400" dirty="0">
              <a:latin typeface="Perpetua" charset="0"/>
              <a:ea typeface="新細明體" charset="0"/>
              <a:cs typeface="新細明體" charset="0"/>
            </a:endParaRPr>
          </a:p>
          <a:p>
            <a:endParaRPr lang="en-US" altLang="zh-TW" sz="2400" dirty="0">
              <a:latin typeface="Perpetua" charset="0"/>
              <a:ea typeface="新細明體" charset="0"/>
              <a:cs typeface="新細明體" charset="0"/>
            </a:endParaRPr>
          </a:p>
          <a:p>
            <a:pPr lvl="1"/>
            <a:r>
              <a:rPr lang="en-US" altLang="zh-TW" sz="2200" dirty="0">
                <a:latin typeface="Perpetua" charset="0"/>
                <a:ea typeface="新細明體" charset="0"/>
                <a:cs typeface="新細明體" charset="0"/>
              </a:rPr>
              <a:t>Destination: IP address of </a:t>
            </a:r>
            <a:r>
              <a:rPr lang="en-US" altLang="zh-TW" sz="2200" dirty="0">
                <a:solidFill>
                  <a:srgbClr val="FF0000"/>
                </a:solidFill>
                <a:latin typeface="Perpetua" charset="0"/>
                <a:ea typeface="新細明體" charset="0"/>
                <a:cs typeface="新細明體" charset="0"/>
              </a:rPr>
              <a:t>final destination </a:t>
            </a:r>
          </a:p>
          <a:p>
            <a:pPr lvl="1"/>
            <a:r>
              <a:rPr lang="en-US" altLang="zh-TW" sz="2200" dirty="0">
                <a:latin typeface="Perpetua" charset="0"/>
                <a:ea typeface="新細明體" charset="0"/>
                <a:cs typeface="新細明體" charset="0"/>
              </a:rPr>
              <a:t>Outgoing interface: index</a:t>
            </a:r>
          </a:p>
          <a:p>
            <a:pPr lvl="1"/>
            <a:r>
              <a:rPr lang="en-US" altLang="zh-TW" sz="2200" dirty="0">
                <a:latin typeface="Perpetua" charset="0"/>
                <a:ea typeface="新細明體" charset="0"/>
                <a:cs typeface="新細明體" charset="0"/>
              </a:rPr>
              <a:t>Gateway: IP address of </a:t>
            </a:r>
            <a:r>
              <a:rPr lang="en-US" altLang="zh-TW" sz="2200" dirty="0">
                <a:solidFill>
                  <a:srgbClr val="FF0000"/>
                </a:solidFill>
                <a:latin typeface="Perpetua" charset="0"/>
                <a:ea typeface="新細明體" charset="0"/>
                <a:cs typeface="新細明體" charset="0"/>
              </a:rPr>
              <a:t>next hop</a:t>
            </a:r>
          </a:p>
        </p:txBody>
      </p:sp>
      <p:graphicFrame>
        <p:nvGraphicFramePr>
          <p:cNvPr id="562" name="Table 5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5325915"/>
              </p:ext>
            </p:extLst>
          </p:nvPr>
        </p:nvGraphicFramePr>
        <p:xfrm>
          <a:off x="2505535" y="2544587"/>
          <a:ext cx="7030908" cy="9816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4751">
                  <a:extLst>
                    <a:ext uri="{9D8B030D-6E8A-4147-A177-3AD203B41FA5}">
                      <a16:colId xmlns:a16="http://schemas.microsoft.com/office/drawing/2014/main" val="1938590567"/>
                    </a:ext>
                  </a:extLst>
                </a:gridCol>
                <a:gridCol w="2590099">
                  <a:extLst>
                    <a:ext uri="{9D8B030D-6E8A-4147-A177-3AD203B41FA5}">
                      <a16:colId xmlns:a16="http://schemas.microsoft.com/office/drawing/2014/main" val="3831021844"/>
                    </a:ext>
                  </a:extLst>
                </a:gridCol>
                <a:gridCol w="2516058">
                  <a:extLst>
                    <a:ext uri="{9D8B030D-6E8A-4147-A177-3AD203B41FA5}">
                      <a16:colId xmlns:a16="http://schemas.microsoft.com/office/drawing/2014/main" val="2646842159"/>
                    </a:ext>
                  </a:extLst>
                </a:gridCol>
              </a:tblGrid>
              <a:tr h="32721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Destination (IP)</a:t>
                      </a:r>
                    </a:p>
                  </a:txBody>
                  <a:tcPr marL="80682" marR="80682" marT="40341" marB="403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Gateway (IP) </a:t>
                      </a:r>
                    </a:p>
                  </a:txBody>
                  <a:tcPr marL="80682" marR="80682" marT="40341" marB="403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Interface (Index)</a:t>
                      </a:r>
                    </a:p>
                  </a:txBody>
                  <a:tcPr marL="80682" marR="80682" marT="40341" marB="40341"/>
                </a:tc>
                <a:extLst>
                  <a:ext uri="{0D108BD9-81ED-4DB2-BD59-A6C34878D82A}">
                    <a16:rowId xmlns:a16="http://schemas.microsoft.com/office/drawing/2014/main" val="812668896"/>
                  </a:ext>
                </a:extLst>
              </a:tr>
              <a:tr h="327212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682" marR="80682" marT="40341" marB="40341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682" marR="80682" marT="40341" marB="40341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682" marR="80682" marT="40341" marB="40341"/>
                </a:tc>
                <a:extLst>
                  <a:ext uri="{0D108BD9-81ED-4DB2-BD59-A6C34878D82A}">
                    <a16:rowId xmlns:a16="http://schemas.microsoft.com/office/drawing/2014/main" val="2430902906"/>
                  </a:ext>
                </a:extLst>
              </a:tr>
              <a:tr h="327212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682" marR="80682" marT="40341" marB="40341"/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682" marR="80682" marT="40341" marB="40341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682" marR="80682" marT="40341" marB="40341"/>
                </a:tc>
                <a:extLst>
                  <a:ext uri="{0D108BD9-81ED-4DB2-BD59-A6C34878D82A}">
                    <a16:rowId xmlns:a16="http://schemas.microsoft.com/office/drawing/2014/main" val="838376671"/>
                  </a:ext>
                </a:extLst>
              </a:tr>
            </a:tbl>
          </a:graphicData>
        </a:graphic>
      </p:graphicFrame>
      <p:pic>
        <p:nvPicPr>
          <p:cNvPr id="563" name="Picture 56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4743" y="3875575"/>
            <a:ext cx="2196116" cy="1229825"/>
          </a:xfrm>
          <a:prstGeom prst="rect">
            <a:avLst/>
          </a:prstGeom>
        </p:spPr>
      </p:pic>
      <p:sp>
        <p:nvSpPr>
          <p:cNvPr id="564" name="Oval 563"/>
          <p:cNvSpPr/>
          <p:nvPr/>
        </p:nvSpPr>
        <p:spPr>
          <a:xfrm>
            <a:off x="7361265" y="4333197"/>
            <a:ext cx="670210" cy="33974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88"/>
          </a:p>
        </p:txBody>
      </p:sp>
      <p:pic>
        <p:nvPicPr>
          <p:cNvPr id="565" name="Picture 18">
            <a:extLst>
              <a:ext uri="{FF2B5EF4-FFF2-40B4-BE49-F238E27FC236}">
                <a16:creationId xmlns:a16="http://schemas.microsoft.com/office/drawing/2014/main" id="{86512D70-A9C6-4DA3-B1FE-EB42FB098D5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0585" y="5132875"/>
            <a:ext cx="2196116" cy="1229825"/>
          </a:xfrm>
          <a:prstGeom prst="rect">
            <a:avLst/>
          </a:prstGeom>
        </p:spPr>
      </p:pic>
      <p:pic>
        <p:nvPicPr>
          <p:cNvPr id="566" name="Picture 18">
            <a:extLst>
              <a:ext uri="{FF2B5EF4-FFF2-40B4-BE49-F238E27FC236}">
                <a16:creationId xmlns:a16="http://schemas.microsoft.com/office/drawing/2014/main" id="{8A55D52B-6C69-457D-A610-C69F41237F3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0789" y="5137584"/>
            <a:ext cx="2196116" cy="1229825"/>
          </a:xfrm>
          <a:prstGeom prst="rect">
            <a:avLst/>
          </a:prstGeom>
        </p:spPr>
      </p:pic>
      <p:cxnSp>
        <p:nvCxnSpPr>
          <p:cNvPr id="567" name="直接箭头连接符 2">
            <a:extLst>
              <a:ext uri="{FF2B5EF4-FFF2-40B4-BE49-F238E27FC236}">
                <a16:creationId xmlns:a16="http://schemas.microsoft.com/office/drawing/2014/main" id="{18070247-2CEB-4B79-B3CD-8E275ACD89FE}"/>
              </a:ext>
            </a:extLst>
          </p:cNvPr>
          <p:cNvCxnSpPr>
            <a:cxnSpLocks/>
          </p:cNvCxnSpPr>
          <p:nvPr/>
        </p:nvCxnSpPr>
        <p:spPr>
          <a:xfrm flipH="1">
            <a:off x="6215347" y="4503071"/>
            <a:ext cx="1229996" cy="124471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8" name="直接箭头连接符 12">
            <a:extLst>
              <a:ext uri="{FF2B5EF4-FFF2-40B4-BE49-F238E27FC236}">
                <a16:creationId xmlns:a16="http://schemas.microsoft.com/office/drawing/2014/main" id="{AE8A9DDE-750F-48F8-95E3-A20C860207FF}"/>
              </a:ext>
            </a:extLst>
          </p:cNvPr>
          <p:cNvCxnSpPr>
            <a:cxnSpLocks/>
          </p:cNvCxnSpPr>
          <p:nvPr/>
        </p:nvCxnSpPr>
        <p:spPr>
          <a:xfrm>
            <a:off x="7597743" y="4503071"/>
            <a:ext cx="1116777" cy="124471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9" name="文本框 6">
            <a:extLst>
              <a:ext uri="{FF2B5EF4-FFF2-40B4-BE49-F238E27FC236}">
                <a16:creationId xmlns:a16="http://schemas.microsoft.com/office/drawing/2014/main" id="{98C160A1-5DD1-4916-A8E2-8672FCF10FF2}"/>
              </a:ext>
            </a:extLst>
          </p:cNvPr>
          <p:cNvSpPr txBox="1"/>
          <p:nvPr/>
        </p:nvSpPr>
        <p:spPr>
          <a:xfrm>
            <a:off x="6523065" y="3950128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/>
              <a:t>A</a:t>
            </a:r>
            <a:endParaRPr lang="zh-CN" altLang="en-US" sz="1800" dirty="0"/>
          </a:p>
        </p:txBody>
      </p:sp>
      <p:sp>
        <p:nvSpPr>
          <p:cNvPr id="570" name="文本框 19">
            <a:extLst>
              <a:ext uri="{FF2B5EF4-FFF2-40B4-BE49-F238E27FC236}">
                <a16:creationId xmlns:a16="http://schemas.microsoft.com/office/drawing/2014/main" id="{89E68B5E-5181-46C1-A178-EADFF9BFC30C}"/>
              </a:ext>
            </a:extLst>
          </p:cNvPr>
          <p:cNvSpPr txBox="1"/>
          <p:nvPr/>
        </p:nvSpPr>
        <p:spPr>
          <a:xfrm>
            <a:off x="5308825" y="5193268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/>
              <a:t>B</a:t>
            </a:r>
            <a:endParaRPr lang="zh-CN" altLang="en-US" sz="1800" dirty="0"/>
          </a:p>
        </p:txBody>
      </p:sp>
      <p:sp>
        <p:nvSpPr>
          <p:cNvPr id="571" name="文本框 21">
            <a:extLst>
              <a:ext uri="{FF2B5EF4-FFF2-40B4-BE49-F238E27FC236}">
                <a16:creationId xmlns:a16="http://schemas.microsoft.com/office/drawing/2014/main" id="{2A8ECFD9-BD66-44A7-B732-EB84901E82F2}"/>
              </a:ext>
            </a:extLst>
          </p:cNvPr>
          <p:cNvSpPr txBox="1"/>
          <p:nvPr/>
        </p:nvSpPr>
        <p:spPr>
          <a:xfrm>
            <a:off x="9275602" y="5212839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/>
              <a:t>C</a:t>
            </a:r>
            <a:endParaRPr lang="zh-CN" altLang="en-US" sz="1800" dirty="0"/>
          </a:p>
        </p:txBody>
      </p:sp>
      <p:sp>
        <p:nvSpPr>
          <p:cNvPr id="572" name="文本框 23">
            <a:extLst>
              <a:ext uri="{FF2B5EF4-FFF2-40B4-BE49-F238E27FC236}">
                <a16:creationId xmlns:a16="http://schemas.microsoft.com/office/drawing/2014/main" id="{AC08FF64-4369-4241-B1F7-C6016EBB9268}"/>
              </a:ext>
            </a:extLst>
          </p:cNvPr>
          <p:cNvSpPr txBox="1"/>
          <p:nvPr/>
        </p:nvSpPr>
        <p:spPr>
          <a:xfrm>
            <a:off x="7292943" y="3962400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/>
              <a:t>1 2 3 4  </a:t>
            </a:r>
            <a:endParaRPr lang="zh-CN" altLang="en-US" sz="1800" dirty="0"/>
          </a:p>
        </p:txBody>
      </p:sp>
      <p:sp>
        <p:nvSpPr>
          <p:cNvPr id="573" name="文本框 24">
            <a:extLst>
              <a:ext uri="{FF2B5EF4-FFF2-40B4-BE49-F238E27FC236}">
                <a16:creationId xmlns:a16="http://schemas.microsoft.com/office/drawing/2014/main" id="{7B4F227F-617C-4B92-A9A5-7F014D3EEFAF}"/>
              </a:ext>
            </a:extLst>
          </p:cNvPr>
          <p:cNvSpPr txBox="1"/>
          <p:nvPr/>
        </p:nvSpPr>
        <p:spPr>
          <a:xfrm>
            <a:off x="5616543" y="5193268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/>
              <a:t>1 2 3 4  </a:t>
            </a:r>
            <a:endParaRPr lang="zh-CN" altLang="en-US" sz="1800" dirty="0"/>
          </a:p>
        </p:txBody>
      </p:sp>
      <p:sp>
        <p:nvSpPr>
          <p:cNvPr id="574" name="文本框 25">
            <a:extLst>
              <a:ext uri="{FF2B5EF4-FFF2-40B4-BE49-F238E27FC236}">
                <a16:creationId xmlns:a16="http://schemas.microsoft.com/office/drawing/2014/main" id="{A885AEEF-750E-4AED-B895-CC720FF5ABE9}"/>
              </a:ext>
            </a:extLst>
          </p:cNvPr>
          <p:cNvSpPr txBox="1"/>
          <p:nvPr/>
        </p:nvSpPr>
        <p:spPr>
          <a:xfrm>
            <a:off x="8520866" y="5241927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/>
              <a:t>1 2 3 4  </a:t>
            </a:r>
            <a:endParaRPr lang="zh-CN" altLang="en-US" sz="1800" dirty="0"/>
          </a:p>
        </p:txBody>
      </p:sp>
      <p:sp>
        <p:nvSpPr>
          <p:cNvPr id="575" name="文本框 26">
            <a:extLst>
              <a:ext uri="{FF2B5EF4-FFF2-40B4-BE49-F238E27FC236}">
                <a16:creationId xmlns:a16="http://schemas.microsoft.com/office/drawing/2014/main" id="{13524B08-E2AA-44AF-B491-FC3D3C42CF40}"/>
              </a:ext>
            </a:extLst>
          </p:cNvPr>
          <p:cNvSpPr txBox="1"/>
          <p:nvPr/>
        </p:nvSpPr>
        <p:spPr>
          <a:xfrm>
            <a:off x="2505535" y="2819825"/>
            <a:ext cx="1924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 dirty="0"/>
              <a:t>IP of Network B</a:t>
            </a:r>
            <a:endParaRPr lang="zh-CN" altLang="en-US" sz="1800" dirty="0"/>
          </a:p>
        </p:txBody>
      </p:sp>
      <p:sp>
        <p:nvSpPr>
          <p:cNvPr id="576" name="文本框 27">
            <a:extLst>
              <a:ext uri="{FF2B5EF4-FFF2-40B4-BE49-F238E27FC236}">
                <a16:creationId xmlns:a16="http://schemas.microsoft.com/office/drawing/2014/main" id="{BDB8BBC8-6DE0-4F45-8C57-94E19E1FA0D3}"/>
              </a:ext>
            </a:extLst>
          </p:cNvPr>
          <p:cNvSpPr txBox="1"/>
          <p:nvPr/>
        </p:nvSpPr>
        <p:spPr>
          <a:xfrm>
            <a:off x="7325185" y="2840423"/>
            <a:ext cx="1924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 dirty="0"/>
              <a:t>1</a:t>
            </a:r>
            <a:endParaRPr lang="zh-CN" altLang="en-US" sz="1800" dirty="0"/>
          </a:p>
        </p:txBody>
      </p:sp>
      <p:sp>
        <p:nvSpPr>
          <p:cNvPr id="577" name="文本框 28">
            <a:extLst>
              <a:ext uri="{FF2B5EF4-FFF2-40B4-BE49-F238E27FC236}">
                <a16:creationId xmlns:a16="http://schemas.microsoft.com/office/drawing/2014/main" id="{10CCFD9F-5CBD-4456-A192-E375654DC7E1}"/>
              </a:ext>
            </a:extLst>
          </p:cNvPr>
          <p:cNvSpPr txBox="1"/>
          <p:nvPr/>
        </p:nvSpPr>
        <p:spPr>
          <a:xfrm>
            <a:off x="4581985" y="2840423"/>
            <a:ext cx="2264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 dirty="0"/>
              <a:t>IP of B’s Interface 4</a:t>
            </a:r>
            <a:endParaRPr lang="zh-CN" altLang="en-US" sz="1800" dirty="0"/>
          </a:p>
        </p:txBody>
      </p:sp>
      <p:sp>
        <p:nvSpPr>
          <p:cNvPr id="578" name="文本框 29">
            <a:extLst>
              <a:ext uri="{FF2B5EF4-FFF2-40B4-BE49-F238E27FC236}">
                <a16:creationId xmlns:a16="http://schemas.microsoft.com/office/drawing/2014/main" id="{EF2686C9-CA0A-4EFE-8FAA-46A0D42E5A96}"/>
              </a:ext>
            </a:extLst>
          </p:cNvPr>
          <p:cNvSpPr txBox="1"/>
          <p:nvPr/>
        </p:nvSpPr>
        <p:spPr>
          <a:xfrm>
            <a:off x="2505535" y="3156891"/>
            <a:ext cx="1924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 dirty="0"/>
              <a:t>IP of Network C</a:t>
            </a:r>
            <a:endParaRPr lang="zh-CN" altLang="en-US" sz="1800" dirty="0"/>
          </a:p>
        </p:txBody>
      </p:sp>
      <p:sp>
        <p:nvSpPr>
          <p:cNvPr id="579" name="文本框 30">
            <a:extLst>
              <a:ext uri="{FF2B5EF4-FFF2-40B4-BE49-F238E27FC236}">
                <a16:creationId xmlns:a16="http://schemas.microsoft.com/office/drawing/2014/main" id="{913B6C1A-0A3E-4F84-B1A8-8A9DD03A77C7}"/>
              </a:ext>
            </a:extLst>
          </p:cNvPr>
          <p:cNvSpPr txBox="1"/>
          <p:nvPr/>
        </p:nvSpPr>
        <p:spPr>
          <a:xfrm>
            <a:off x="7325185" y="3156891"/>
            <a:ext cx="1924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 dirty="0"/>
              <a:t>2</a:t>
            </a:r>
            <a:endParaRPr lang="zh-CN" altLang="en-US" sz="1800" dirty="0"/>
          </a:p>
        </p:txBody>
      </p:sp>
      <p:sp>
        <p:nvSpPr>
          <p:cNvPr id="580" name="文本框 31">
            <a:extLst>
              <a:ext uri="{FF2B5EF4-FFF2-40B4-BE49-F238E27FC236}">
                <a16:creationId xmlns:a16="http://schemas.microsoft.com/office/drawing/2014/main" id="{5D64FE6A-4D9C-4796-ACFF-8FFAF0B3B585}"/>
              </a:ext>
            </a:extLst>
          </p:cNvPr>
          <p:cNvSpPr txBox="1"/>
          <p:nvPr/>
        </p:nvSpPr>
        <p:spPr>
          <a:xfrm>
            <a:off x="4581985" y="3145223"/>
            <a:ext cx="2264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 dirty="0"/>
              <a:t>IP of C’s Interface 1</a:t>
            </a:r>
            <a:endParaRPr lang="zh-CN" altLang="en-US" sz="1800" dirty="0"/>
          </a:p>
        </p:txBody>
      </p:sp>
      <p:sp>
        <p:nvSpPr>
          <p:cNvPr id="581" name="文本框 23">
            <a:extLst>
              <a:ext uri="{FF2B5EF4-FFF2-40B4-BE49-F238E27FC236}">
                <a16:creationId xmlns:a16="http://schemas.microsoft.com/office/drawing/2014/main" id="{AC08FF64-4369-4241-B1F7-C6016EBB9268}"/>
              </a:ext>
            </a:extLst>
          </p:cNvPr>
          <p:cNvSpPr txBox="1"/>
          <p:nvPr/>
        </p:nvSpPr>
        <p:spPr>
          <a:xfrm>
            <a:off x="8047126" y="3771070"/>
            <a:ext cx="3543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/>
              <a:t>Each interface: 1 IP address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035598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4" grpId="0" animBg="1"/>
      <p:bldP spid="569" grpId="0"/>
      <p:bldP spid="570" grpId="0"/>
      <p:bldP spid="571" grpId="0"/>
      <p:bldP spid="572" grpId="0"/>
      <p:bldP spid="573" grpId="0"/>
      <p:bldP spid="574" grpId="0"/>
      <p:bldP spid="575" grpId="0"/>
      <p:bldP spid="576" grpId="0"/>
      <p:bldP spid="577" grpId="0"/>
      <p:bldP spid="578" grpId="0"/>
      <p:bldP spid="579" grpId="0"/>
      <p:bldP spid="580" grpId="0"/>
      <p:bldP spid="58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3837"/>
            <a:ext cx="10515600" cy="894622"/>
          </a:xfrm>
        </p:spPr>
        <p:txBody>
          <a:bodyPr/>
          <a:lstStyle/>
          <a:p>
            <a:r>
              <a:rPr lang="en-US" dirty="0"/>
              <a:t>Routing </a:t>
            </a:r>
            <a:r>
              <a:rPr lang="en-US" altLang="zh-CN" dirty="0"/>
              <a:t>example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2E4A67-D01E-C04D-A31C-1A84810271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204591-24BD-A542-B9D5-F8D8A88D2FE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26" name="Content Placeholder 2"/>
          <p:cNvSpPr>
            <a:spLocks noGrp="1"/>
          </p:cNvSpPr>
          <p:nvPr>
            <p:ph sz="quarter" idx="1"/>
          </p:nvPr>
        </p:nvSpPr>
        <p:spPr>
          <a:xfrm>
            <a:off x="990600" y="1752600"/>
            <a:ext cx="8420100" cy="4419600"/>
          </a:xfrm>
        </p:spPr>
        <p:txBody>
          <a:bodyPr/>
          <a:lstStyle/>
          <a:p>
            <a:r>
              <a:rPr lang="en-US" dirty="0"/>
              <a:t>Two networks are connected through three routers</a:t>
            </a:r>
          </a:p>
        </p:txBody>
      </p:sp>
      <p:grpSp>
        <p:nvGrpSpPr>
          <p:cNvPr id="27" name="组合 3">
            <a:extLst>
              <a:ext uri="{FF2B5EF4-FFF2-40B4-BE49-F238E27FC236}">
                <a16:creationId xmlns:a16="http://schemas.microsoft.com/office/drawing/2014/main" id="{D19F8265-29F0-44FB-B64B-243A35E76CAB}"/>
              </a:ext>
            </a:extLst>
          </p:cNvPr>
          <p:cNvGrpSpPr/>
          <p:nvPr/>
        </p:nvGrpSpPr>
        <p:grpSpPr>
          <a:xfrm>
            <a:off x="1302205" y="2054999"/>
            <a:ext cx="7388479" cy="4062549"/>
            <a:chOff x="1302205" y="2054999"/>
            <a:chExt cx="7388479" cy="4062549"/>
          </a:xfrm>
        </p:grpSpPr>
        <p:cxnSp>
          <p:nvCxnSpPr>
            <p:cNvPr id="28" name="Straight Arrow Connector 27"/>
            <p:cNvCxnSpPr/>
            <p:nvPr/>
          </p:nvCxnSpPr>
          <p:spPr>
            <a:xfrm flipV="1">
              <a:off x="4183859" y="3115449"/>
              <a:ext cx="421947" cy="369500"/>
            </a:xfrm>
            <a:prstGeom prst="straightConnector1">
              <a:avLst/>
            </a:prstGeom>
            <a:ln w="38100" cmpd="sng">
              <a:solidFill>
                <a:schemeClr val="tx1">
                  <a:lumMod val="50000"/>
                  <a:lumOff val="50000"/>
                </a:schemeClr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 flipH="1" flipV="1">
              <a:off x="5155690" y="3115449"/>
              <a:ext cx="443282" cy="369500"/>
            </a:xfrm>
            <a:prstGeom prst="straightConnector1">
              <a:avLst/>
            </a:prstGeom>
            <a:ln w="38100" cmpd="sng">
              <a:solidFill>
                <a:schemeClr val="tx1">
                  <a:lumMod val="50000"/>
                  <a:lumOff val="50000"/>
                </a:schemeClr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" name="Group 29"/>
            <p:cNvGrpSpPr/>
            <p:nvPr/>
          </p:nvGrpSpPr>
          <p:grpSpPr>
            <a:xfrm>
              <a:off x="1302205" y="4505557"/>
              <a:ext cx="1680139" cy="1611991"/>
              <a:chOff x="1409845" y="4761835"/>
              <a:chExt cx="1680139" cy="1611991"/>
            </a:xfrm>
          </p:grpSpPr>
          <p:pic>
            <p:nvPicPr>
              <p:cNvPr id="78" name="Picture 77" descr="MC900433050.JPG"/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17594" y="5038834"/>
                <a:ext cx="1334992" cy="1334992"/>
              </a:xfrm>
              <a:prstGeom prst="rect">
                <a:avLst/>
              </a:prstGeom>
            </p:spPr>
          </p:pic>
          <p:sp>
            <p:nvSpPr>
              <p:cNvPr id="79" name="TextBox 78"/>
              <p:cNvSpPr txBox="1"/>
              <p:nvPr/>
            </p:nvSpPr>
            <p:spPr>
              <a:xfrm>
                <a:off x="1409845" y="5432203"/>
                <a:ext cx="41549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 Roman" charset="0"/>
                  </a:rPr>
                  <a:t>A</a:t>
                </a:r>
              </a:p>
            </p:txBody>
          </p:sp>
          <p:sp>
            <p:nvSpPr>
              <p:cNvPr id="80" name="TextBox 79"/>
              <p:cNvSpPr txBox="1"/>
              <p:nvPr/>
            </p:nvSpPr>
            <p:spPr>
              <a:xfrm>
                <a:off x="1492896" y="4761835"/>
                <a:ext cx="159708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>
                    <a:latin typeface="Courier New"/>
                    <a:cs typeface="Courier New"/>
                  </a:rPr>
                  <a:t>158.132.148.111</a:t>
                </a:r>
                <a:endParaRPr lang="en-US" sz="1200" b="1" i="1" dirty="0">
                  <a:latin typeface="Courier New"/>
                  <a:cs typeface="Courier New"/>
                </a:endParaRPr>
              </a:p>
            </p:txBody>
          </p:sp>
        </p:grpSp>
        <p:grpSp>
          <p:nvGrpSpPr>
            <p:cNvPr id="31" name="Group 30"/>
            <p:cNvGrpSpPr/>
            <p:nvPr/>
          </p:nvGrpSpPr>
          <p:grpSpPr>
            <a:xfrm>
              <a:off x="7010545" y="4505557"/>
              <a:ext cx="1680139" cy="1611991"/>
              <a:chOff x="1409845" y="4761835"/>
              <a:chExt cx="1680139" cy="1611991"/>
            </a:xfrm>
          </p:grpSpPr>
          <p:pic>
            <p:nvPicPr>
              <p:cNvPr id="74" name="Picture 73" descr="MC900433050.JPG"/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17594" y="5038834"/>
                <a:ext cx="1334992" cy="1334992"/>
              </a:xfrm>
              <a:prstGeom prst="rect">
                <a:avLst/>
              </a:prstGeom>
            </p:spPr>
          </p:pic>
          <p:sp>
            <p:nvSpPr>
              <p:cNvPr id="75" name="TextBox 74"/>
              <p:cNvSpPr txBox="1"/>
              <p:nvPr/>
            </p:nvSpPr>
            <p:spPr>
              <a:xfrm>
                <a:off x="1409845" y="5432203"/>
                <a:ext cx="38995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 Roman" charset="0"/>
                  </a:rPr>
                  <a:t>B</a:t>
                </a:r>
              </a:p>
            </p:txBody>
          </p:sp>
          <p:sp>
            <p:nvSpPr>
              <p:cNvPr id="76" name="TextBox 75"/>
              <p:cNvSpPr txBox="1"/>
              <p:nvPr/>
            </p:nvSpPr>
            <p:spPr>
              <a:xfrm>
                <a:off x="1492896" y="4761835"/>
                <a:ext cx="159708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>
                    <a:latin typeface="Courier New"/>
                    <a:cs typeface="Courier New"/>
                  </a:rPr>
                  <a:t>158.147.103.222</a:t>
                </a:r>
                <a:endParaRPr lang="en-US" sz="1200" b="1" i="1" dirty="0">
                  <a:latin typeface="Courier New"/>
                  <a:cs typeface="Courier New"/>
                </a:endParaRPr>
              </a:p>
            </p:txBody>
          </p:sp>
        </p:grpSp>
        <p:grpSp>
          <p:nvGrpSpPr>
            <p:cNvPr id="32" name="Group 31"/>
            <p:cNvGrpSpPr/>
            <p:nvPr/>
          </p:nvGrpSpPr>
          <p:grpSpPr>
            <a:xfrm>
              <a:off x="5494042" y="3267849"/>
              <a:ext cx="1227696" cy="1120348"/>
              <a:chOff x="5119392" y="3540899"/>
              <a:chExt cx="1227696" cy="1120348"/>
            </a:xfrm>
          </p:grpSpPr>
          <p:pic>
            <p:nvPicPr>
              <p:cNvPr id="72" name="Picture 71" descr="MC900432567.PNG"/>
              <p:cNvPicPr>
                <a:picLocks noChangeAspect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224322" y="3540899"/>
                <a:ext cx="1060450" cy="1060450"/>
              </a:xfrm>
              <a:prstGeom prst="rect">
                <a:avLst/>
              </a:prstGeom>
            </p:spPr>
          </p:pic>
          <p:sp>
            <p:nvSpPr>
              <p:cNvPr id="71" name="TextBox 70"/>
              <p:cNvSpPr txBox="1"/>
              <p:nvPr/>
            </p:nvSpPr>
            <p:spPr>
              <a:xfrm>
                <a:off x="5119392" y="4384248"/>
                <a:ext cx="122769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>
                    <a:latin typeface="Courier New"/>
                    <a:cs typeface="Courier New"/>
                  </a:rPr>
                  <a:t>158.147.0.1</a:t>
                </a:r>
                <a:endParaRPr lang="en-US" sz="1200" b="1" i="1" dirty="0">
                  <a:latin typeface="Courier New"/>
                  <a:cs typeface="Courier New"/>
                </a:endParaRPr>
              </a:p>
            </p:txBody>
          </p:sp>
        </p:grpSp>
        <p:grpSp>
          <p:nvGrpSpPr>
            <p:cNvPr id="33" name="Group 32"/>
            <p:cNvGrpSpPr/>
            <p:nvPr/>
          </p:nvGrpSpPr>
          <p:grpSpPr>
            <a:xfrm>
              <a:off x="3074692" y="3267849"/>
              <a:ext cx="1227696" cy="1120348"/>
              <a:chOff x="2700042" y="3540899"/>
              <a:chExt cx="1227696" cy="1120348"/>
            </a:xfrm>
          </p:grpSpPr>
          <p:pic>
            <p:nvPicPr>
              <p:cNvPr id="68" name="Picture 67" descr="MC900432567.PNG"/>
              <p:cNvPicPr>
                <a:picLocks noChangeAspect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87978" y="3540899"/>
                <a:ext cx="1060450" cy="1060450"/>
              </a:xfrm>
              <a:prstGeom prst="rect">
                <a:avLst/>
              </a:prstGeom>
            </p:spPr>
          </p:pic>
          <p:sp>
            <p:nvSpPr>
              <p:cNvPr id="67" name="TextBox 66"/>
              <p:cNvSpPr txBox="1"/>
              <p:nvPr/>
            </p:nvSpPr>
            <p:spPr>
              <a:xfrm>
                <a:off x="2700042" y="4384248"/>
                <a:ext cx="122769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>
                    <a:latin typeface="Courier New"/>
                    <a:cs typeface="Courier New"/>
                  </a:rPr>
                  <a:t>158.132.0.1</a:t>
                </a:r>
                <a:endParaRPr lang="en-US" sz="1200" b="1" i="1" dirty="0">
                  <a:latin typeface="Courier New"/>
                  <a:cs typeface="Courier New"/>
                </a:endParaRPr>
              </a:p>
            </p:txBody>
          </p:sp>
        </p:grpSp>
        <p:cxnSp>
          <p:nvCxnSpPr>
            <p:cNvPr id="34" name="Straight Arrow Connector 33"/>
            <p:cNvCxnSpPr/>
            <p:nvPr/>
          </p:nvCxnSpPr>
          <p:spPr>
            <a:xfrm flipV="1">
              <a:off x="2824022" y="4675805"/>
              <a:ext cx="421947" cy="369500"/>
            </a:xfrm>
            <a:prstGeom prst="straightConnector1">
              <a:avLst/>
            </a:prstGeom>
            <a:ln w="38100" cmpd="sng">
              <a:solidFill>
                <a:schemeClr val="tx1">
                  <a:lumMod val="50000"/>
                  <a:lumOff val="50000"/>
                </a:schemeClr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 flipH="1" flipV="1">
              <a:off x="6721738" y="4638711"/>
              <a:ext cx="443282" cy="369500"/>
            </a:xfrm>
            <a:prstGeom prst="straightConnector1">
              <a:avLst/>
            </a:prstGeom>
            <a:ln w="38100" cmpd="sng">
              <a:solidFill>
                <a:schemeClr val="tx1">
                  <a:lumMod val="50000"/>
                  <a:lumOff val="50000"/>
                </a:schemeClr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6" name="Group 35"/>
            <p:cNvGrpSpPr/>
            <p:nvPr/>
          </p:nvGrpSpPr>
          <p:grpSpPr>
            <a:xfrm>
              <a:off x="3212868" y="4354046"/>
              <a:ext cx="977572" cy="276999"/>
              <a:chOff x="3162628" y="4354046"/>
              <a:chExt cx="977572" cy="276999"/>
            </a:xfrm>
          </p:grpSpPr>
          <p:pic>
            <p:nvPicPr>
              <p:cNvPr id="64" name="Picture 63" descr="RJ45_Female_pure.jpeg"/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62628" y="4421258"/>
                <a:ext cx="203744" cy="168598"/>
              </a:xfrm>
              <a:prstGeom prst="rect">
                <a:avLst/>
              </a:prstGeom>
            </p:spPr>
          </p:pic>
          <p:sp>
            <p:nvSpPr>
              <p:cNvPr id="65" name="TextBox 64"/>
              <p:cNvSpPr txBox="1"/>
              <p:nvPr/>
            </p:nvSpPr>
            <p:spPr>
              <a:xfrm>
                <a:off x="3293469" y="4354046"/>
                <a:ext cx="8467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Times Roman" charset="0"/>
                  </a:rPr>
                  <a:t>Interface 1</a:t>
                </a:r>
              </a:p>
            </p:txBody>
          </p:sp>
        </p:grpSp>
        <p:grpSp>
          <p:nvGrpSpPr>
            <p:cNvPr id="37" name="Group 36"/>
            <p:cNvGrpSpPr/>
            <p:nvPr/>
          </p:nvGrpSpPr>
          <p:grpSpPr>
            <a:xfrm>
              <a:off x="2988714" y="3320003"/>
              <a:ext cx="1075846" cy="276999"/>
              <a:chOff x="3038954" y="3340099"/>
              <a:chExt cx="1075846" cy="276999"/>
            </a:xfrm>
          </p:grpSpPr>
          <p:pic>
            <p:nvPicPr>
              <p:cNvPr id="62" name="Picture 61" descr="RJ45_Female_pure.jpeg"/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911056" y="3400650"/>
                <a:ext cx="203744" cy="168598"/>
              </a:xfrm>
              <a:prstGeom prst="rect">
                <a:avLst/>
              </a:prstGeom>
            </p:spPr>
          </p:pic>
          <p:sp>
            <p:nvSpPr>
              <p:cNvPr id="63" name="TextBox 62"/>
              <p:cNvSpPr txBox="1"/>
              <p:nvPr/>
            </p:nvSpPr>
            <p:spPr>
              <a:xfrm>
                <a:off x="3038954" y="3340099"/>
                <a:ext cx="8467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Times Roman" charset="0"/>
                  </a:rPr>
                  <a:t>Interface 2</a:t>
                </a:r>
              </a:p>
            </p:txBody>
          </p:sp>
        </p:grpSp>
        <p:grpSp>
          <p:nvGrpSpPr>
            <p:cNvPr id="38" name="Group 37"/>
            <p:cNvGrpSpPr/>
            <p:nvPr/>
          </p:nvGrpSpPr>
          <p:grpSpPr>
            <a:xfrm>
              <a:off x="3350442" y="2911048"/>
              <a:ext cx="1076380" cy="276999"/>
              <a:chOff x="3350442" y="2911048"/>
              <a:chExt cx="1076380" cy="276999"/>
            </a:xfrm>
          </p:grpSpPr>
          <p:pic>
            <p:nvPicPr>
              <p:cNvPr id="60" name="Picture 59" descr="RJ45_Female_pure.jpeg"/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223078" y="2991648"/>
                <a:ext cx="203744" cy="168598"/>
              </a:xfrm>
              <a:prstGeom prst="rect">
                <a:avLst/>
              </a:prstGeom>
            </p:spPr>
          </p:pic>
          <p:sp>
            <p:nvSpPr>
              <p:cNvPr id="61" name="TextBox 60"/>
              <p:cNvSpPr txBox="1"/>
              <p:nvPr/>
            </p:nvSpPr>
            <p:spPr>
              <a:xfrm>
                <a:off x="3350442" y="2911048"/>
                <a:ext cx="8467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Times Roman" charset="0"/>
                  </a:rPr>
                  <a:t>Interface 1</a:t>
                </a:r>
              </a:p>
            </p:txBody>
          </p:sp>
        </p:grpSp>
        <p:grpSp>
          <p:nvGrpSpPr>
            <p:cNvPr id="39" name="Group 38"/>
            <p:cNvGrpSpPr/>
            <p:nvPr/>
          </p:nvGrpSpPr>
          <p:grpSpPr>
            <a:xfrm>
              <a:off x="5513856" y="2905898"/>
              <a:ext cx="989671" cy="276999"/>
              <a:chOff x="5513856" y="2905898"/>
              <a:chExt cx="989671" cy="276999"/>
            </a:xfrm>
          </p:grpSpPr>
          <p:pic>
            <p:nvPicPr>
              <p:cNvPr id="58" name="Picture 57" descr="RJ45_Female_pure.jpeg"/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13856" y="2991648"/>
                <a:ext cx="203744" cy="168598"/>
              </a:xfrm>
              <a:prstGeom prst="rect">
                <a:avLst/>
              </a:prstGeom>
            </p:spPr>
          </p:pic>
          <p:sp>
            <p:nvSpPr>
              <p:cNvPr id="59" name="TextBox 58"/>
              <p:cNvSpPr txBox="1"/>
              <p:nvPr/>
            </p:nvSpPr>
            <p:spPr>
              <a:xfrm>
                <a:off x="5656796" y="2905898"/>
                <a:ext cx="8467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Times Roman" charset="0"/>
                  </a:rPr>
                  <a:t>Interface 3</a:t>
                </a:r>
              </a:p>
            </p:txBody>
          </p:sp>
        </p:grpSp>
        <p:grpSp>
          <p:nvGrpSpPr>
            <p:cNvPr id="40" name="Group 39"/>
            <p:cNvGrpSpPr/>
            <p:nvPr/>
          </p:nvGrpSpPr>
          <p:grpSpPr>
            <a:xfrm>
              <a:off x="5650446" y="3313845"/>
              <a:ext cx="987558" cy="276999"/>
              <a:chOff x="5650446" y="3313845"/>
              <a:chExt cx="987558" cy="276999"/>
            </a:xfrm>
          </p:grpSpPr>
          <p:pic>
            <p:nvPicPr>
              <p:cNvPr id="56" name="Picture 55" descr="RJ45_Female_pure.jpeg"/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650446" y="3400650"/>
                <a:ext cx="203744" cy="168598"/>
              </a:xfrm>
              <a:prstGeom prst="rect">
                <a:avLst/>
              </a:prstGeom>
            </p:spPr>
          </p:pic>
          <p:sp>
            <p:nvSpPr>
              <p:cNvPr id="57" name="TextBox 56"/>
              <p:cNvSpPr txBox="1"/>
              <p:nvPr/>
            </p:nvSpPr>
            <p:spPr>
              <a:xfrm>
                <a:off x="5791273" y="3313845"/>
                <a:ext cx="8467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Times Roman" charset="0"/>
                  </a:rPr>
                  <a:t>Interface 7</a:t>
                </a:r>
              </a:p>
            </p:txBody>
          </p:sp>
        </p:grpSp>
        <p:grpSp>
          <p:nvGrpSpPr>
            <p:cNvPr id="41" name="Group 40"/>
            <p:cNvGrpSpPr/>
            <p:nvPr/>
          </p:nvGrpSpPr>
          <p:grpSpPr>
            <a:xfrm>
              <a:off x="5591187" y="4347696"/>
              <a:ext cx="1068235" cy="276999"/>
              <a:chOff x="5591187" y="4347696"/>
              <a:chExt cx="1068235" cy="276999"/>
            </a:xfrm>
          </p:grpSpPr>
          <p:pic>
            <p:nvPicPr>
              <p:cNvPr id="54" name="Picture 53" descr="RJ45_Female_pure.jpeg"/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455678" y="4421258"/>
                <a:ext cx="203744" cy="168598"/>
              </a:xfrm>
              <a:prstGeom prst="rect">
                <a:avLst/>
              </a:prstGeom>
            </p:spPr>
          </p:pic>
          <p:sp>
            <p:nvSpPr>
              <p:cNvPr id="55" name="TextBox 54"/>
              <p:cNvSpPr txBox="1"/>
              <p:nvPr/>
            </p:nvSpPr>
            <p:spPr>
              <a:xfrm>
                <a:off x="5591187" y="4347696"/>
                <a:ext cx="8467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Times Roman" charset="0"/>
                  </a:rPr>
                  <a:t>Interface 4</a:t>
                </a:r>
              </a:p>
            </p:txBody>
          </p:sp>
        </p:grpSp>
        <p:grpSp>
          <p:nvGrpSpPr>
            <p:cNvPr id="42" name="Group 41"/>
            <p:cNvGrpSpPr/>
            <p:nvPr/>
          </p:nvGrpSpPr>
          <p:grpSpPr>
            <a:xfrm>
              <a:off x="1631514" y="3391246"/>
              <a:ext cx="6618846" cy="277000"/>
              <a:chOff x="1631514" y="3391246"/>
              <a:chExt cx="6618846" cy="277000"/>
            </a:xfrm>
          </p:grpSpPr>
          <p:sp>
            <p:nvSpPr>
              <p:cNvPr id="51" name="TextBox 50"/>
              <p:cNvSpPr txBox="1"/>
              <p:nvPr/>
            </p:nvSpPr>
            <p:spPr>
              <a:xfrm>
                <a:off x="1631514" y="3391247"/>
                <a:ext cx="122769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>
                    <a:latin typeface="Courier New"/>
                    <a:cs typeface="Courier New"/>
                  </a:rPr>
                  <a:t>154.207.0.2</a:t>
                </a:r>
                <a:endParaRPr lang="en-US" sz="1200" b="1" i="1" dirty="0">
                  <a:latin typeface="Courier New"/>
                  <a:cs typeface="Courier New"/>
                </a:endParaRP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7022664" y="3391246"/>
                <a:ext cx="122769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>
                    <a:latin typeface="Courier New"/>
                    <a:cs typeface="Courier New"/>
                  </a:rPr>
                  <a:t>154.207.0.3</a:t>
                </a:r>
                <a:endParaRPr lang="en-US" sz="1200" b="1" i="1" dirty="0">
                  <a:latin typeface="Courier New"/>
                  <a:cs typeface="Courier New"/>
                </a:endParaRPr>
              </a:p>
            </p:txBody>
          </p:sp>
        </p:grpSp>
        <p:grpSp>
          <p:nvGrpSpPr>
            <p:cNvPr id="43" name="Group 42"/>
            <p:cNvGrpSpPr/>
            <p:nvPr/>
          </p:nvGrpSpPr>
          <p:grpSpPr>
            <a:xfrm>
              <a:off x="3120326" y="2054999"/>
              <a:ext cx="3585601" cy="1060450"/>
              <a:chOff x="3120326" y="2054999"/>
              <a:chExt cx="3585601" cy="1060450"/>
            </a:xfrm>
          </p:grpSpPr>
          <p:pic>
            <p:nvPicPr>
              <p:cNvPr id="44" name="Picture 43" descr="MC900432567.PNG"/>
              <p:cNvPicPr>
                <a:picLocks noChangeAspect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453406" y="2054999"/>
                <a:ext cx="1060450" cy="1060450"/>
              </a:xfrm>
              <a:prstGeom prst="rect">
                <a:avLst/>
              </a:prstGeom>
            </p:spPr>
          </p:pic>
          <p:grpSp>
            <p:nvGrpSpPr>
              <p:cNvPr id="45" name="Group 44"/>
              <p:cNvGrpSpPr/>
              <p:nvPr/>
            </p:nvGrpSpPr>
            <p:grpSpPr>
              <a:xfrm>
                <a:off x="3120326" y="2692747"/>
                <a:ext cx="3585601" cy="290899"/>
                <a:chOff x="3120326" y="2692747"/>
                <a:chExt cx="3585601" cy="290899"/>
              </a:xfrm>
            </p:grpSpPr>
            <p:sp>
              <p:nvSpPr>
                <p:cNvPr id="47" name="TextBox 46"/>
                <p:cNvSpPr txBox="1"/>
                <p:nvPr/>
              </p:nvSpPr>
              <p:spPr>
                <a:xfrm>
                  <a:off x="3120326" y="2692747"/>
                  <a:ext cx="122769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b="1" dirty="0">
                      <a:latin typeface="Courier New"/>
                      <a:cs typeface="Courier New"/>
                    </a:rPr>
                    <a:t>154.207.0.1   </a:t>
                  </a:r>
                  <a:endParaRPr lang="en-US" sz="1200" b="1" i="1" dirty="0">
                    <a:latin typeface="Courier New"/>
                    <a:cs typeface="Courier New"/>
                  </a:endParaRPr>
                </a:p>
              </p:txBody>
            </p:sp>
            <p:sp>
              <p:nvSpPr>
                <p:cNvPr id="49" name="TextBox 48"/>
                <p:cNvSpPr txBox="1"/>
                <p:nvPr/>
              </p:nvSpPr>
              <p:spPr>
                <a:xfrm>
                  <a:off x="5505433" y="2706647"/>
                  <a:ext cx="120049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b="1" dirty="0">
                      <a:latin typeface="Courier New"/>
                      <a:cs typeface="Courier New"/>
                    </a:rPr>
                    <a:t>154.207.0.5   </a:t>
                  </a:r>
                  <a:endParaRPr lang="en-US" sz="1200" b="1" i="1" dirty="0">
                    <a:latin typeface="Courier New"/>
                    <a:cs typeface="Courier New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449502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3837"/>
            <a:ext cx="10515600" cy="894622"/>
          </a:xfrm>
        </p:spPr>
        <p:txBody>
          <a:bodyPr/>
          <a:lstStyle/>
          <a:p>
            <a:r>
              <a:rPr lang="en-US" dirty="0"/>
              <a:t>Routing </a:t>
            </a:r>
            <a:r>
              <a:rPr lang="en-US" altLang="zh-CN" dirty="0"/>
              <a:t>example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2E4A67-D01E-C04D-A31C-1A84810271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204591-24BD-A542-B9D5-F8D8A88D2FE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2" name="Content Placeholder 2"/>
          <p:cNvSpPr>
            <a:spLocks noGrp="1"/>
          </p:cNvSpPr>
          <p:nvPr>
            <p:ph sz="quarter" idx="1"/>
          </p:nvPr>
        </p:nvSpPr>
        <p:spPr>
          <a:xfrm>
            <a:off x="990600" y="1752600"/>
            <a:ext cx="8420100" cy="4419600"/>
          </a:xfrm>
        </p:spPr>
        <p:txBody>
          <a:bodyPr/>
          <a:lstStyle/>
          <a:p>
            <a:r>
              <a:rPr lang="en-US" dirty="0"/>
              <a:t>Routing table at each router</a:t>
            </a:r>
          </a:p>
        </p:txBody>
      </p:sp>
      <p:graphicFrame>
        <p:nvGraphicFramePr>
          <p:cNvPr id="66" name="Table 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487805"/>
              </p:ext>
            </p:extLst>
          </p:nvPr>
        </p:nvGraphicFramePr>
        <p:xfrm>
          <a:off x="150913" y="2279650"/>
          <a:ext cx="2838229" cy="1005840"/>
        </p:xfrm>
        <a:graphic>
          <a:graphicData uri="http://schemas.openxmlformats.org/drawingml/2006/table">
            <a:tbl>
              <a:tblPr firstRow="1" bandRow="1">
                <a:tableStyleId>{91EBBBCC-DAD2-459C-BE2E-F6DE35CF9A28}</a:tableStyleId>
              </a:tblPr>
              <a:tblGrid>
                <a:gridCol w="1027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4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6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3431">
                <a:tc>
                  <a:txBody>
                    <a:bodyPr/>
                    <a:lstStyle/>
                    <a:p>
                      <a:r>
                        <a:rPr lang="en-US" sz="1200" dirty="0"/>
                        <a:t>Network Destination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Gateway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Interface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059">
                <a:tc>
                  <a:txBody>
                    <a:bodyPr/>
                    <a:lstStyle/>
                    <a:p>
                      <a:r>
                        <a:rPr lang="en-US" sz="1200" dirty="0"/>
                        <a:t>158.147.0.0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154.207.0.1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059">
                <a:tc>
                  <a:txBody>
                    <a:bodyPr/>
                    <a:lstStyle/>
                    <a:p>
                      <a:r>
                        <a:rPr lang="en-US" sz="1200" dirty="0"/>
                        <a:t>158.132.0.0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Directly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9" name="Table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4692040"/>
              </p:ext>
            </p:extLst>
          </p:nvPr>
        </p:nvGraphicFramePr>
        <p:xfrm>
          <a:off x="5770089" y="1099794"/>
          <a:ext cx="2743482" cy="1005840"/>
        </p:xfrm>
        <a:graphic>
          <a:graphicData uri="http://schemas.openxmlformats.org/drawingml/2006/table">
            <a:tbl>
              <a:tblPr firstRow="1" bandRow="1">
                <a:tableStyleId>{91EBBBCC-DAD2-459C-BE2E-F6DE35CF9A28}</a:tableStyleId>
              </a:tblPr>
              <a:tblGrid>
                <a:gridCol w="1027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3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2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6597">
                <a:tc>
                  <a:txBody>
                    <a:bodyPr/>
                    <a:lstStyle/>
                    <a:p>
                      <a:r>
                        <a:rPr lang="en-US" sz="1200" dirty="0"/>
                        <a:t>Network Destination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Gateway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Interface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684">
                <a:tc>
                  <a:txBody>
                    <a:bodyPr/>
                    <a:lstStyle/>
                    <a:p>
                      <a:r>
                        <a:rPr lang="en-US" sz="1200" dirty="0"/>
                        <a:t>158.147.0.0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154.207.0.3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684">
                <a:tc>
                  <a:txBody>
                    <a:bodyPr/>
                    <a:lstStyle/>
                    <a:p>
                      <a:r>
                        <a:rPr lang="en-US" sz="1200" dirty="0"/>
                        <a:t>158.132.0.0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154.207.0.2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0" name="Table 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1266437"/>
              </p:ext>
            </p:extLst>
          </p:nvPr>
        </p:nvGraphicFramePr>
        <p:xfrm>
          <a:off x="8607873" y="2687527"/>
          <a:ext cx="3347238" cy="1005840"/>
        </p:xfrm>
        <a:graphic>
          <a:graphicData uri="http://schemas.openxmlformats.org/drawingml/2006/table">
            <a:tbl>
              <a:tblPr firstRow="1" bandRow="1">
                <a:tableStyleId>{91EBBBCC-DAD2-459C-BE2E-F6DE35CF9A28}</a:tableStyleId>
              </a:tblPr>
              <a:tblGrid>
                <a:gridCol w="1027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31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64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714">
                <a:tc>
                  <a:txBody>
                    <a:bodyPr/>
                    <a:lstStyle/>
                    <a:p>
                      <a:r>
                        <a:rPr lang="en-US" sz="1200" dirty="0"/>
                        <a:t>Network Destination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Gateway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Interface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112">
                <a:tc>
                  <a:txBody>
                    <a:bodyPr/>
                    <a:lstStyle/>
                    <a:p>
                      <a:r>
                        <a:rPr lang="en-US" sz="1200" dirty="0"/>
                        <a:t>158.147.0.0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Directly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112">
                <a:tc>
                  <a:txBody>
                    <a:bodyPr/>
                    <a:lstStyle/>
                    <a:p>
                      <a:r>
                        <a:rPr lang="en-US" sz="1200" dirty="0"/>
                        <a:t>158.132.0.0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154.207.0.5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73" name="组合 71">
            <a:extLst>
              <a:ext uri="{FF2B5EF4-FFF2-40B4-BE49-F238E27FC236}">
                <a16:creationId xmlns:a16="http://schemas.microsoft.com/office/drawing/2014/main" id="{A43C3FF9-93D7-46B1-AD0A-1B50664FE094}"/>
              </a:ext>
            </a:extLst>
          </p:cNvPr>
          <p:cNvGrpSpPr/>
          <p:nvPr/>
        </p:nvGrpSpPr>
        <p:grpSpPr>
          <a:xfrm>
            <a:off x="1302205" y="2054999"/>
            <a:ext cx="7388479" cy="4062549"/>
            <a:chOff x="1302205" y="2054999"/>
            <a:chExt cx="7388479" cy="4062549"/>
          </a:xfrm>
        </p:grpSpPr>
        <p:cxnSp>
          <p:nvCxnSpPr>
            <p:cNvPr id="77" name="Straight Arrow Connector 16">
              <a:extLst>
                <a:ext uri="{FF2B5EF4-FFF2-40B4-BE49-F238E27FC236}">
                  <a16:creationId xmlns:a16="http://schemas.microsoft.com/office/drawing/2014/main" id="{DBB31C19-C81B-442F-9859-E700FC9BAC6E}"/>
                </a:ext>
              </a:extLst>
            </p:cNvPr>
            <p:cNvCxnSpPr/>
            <p:nvPr/>
          </p:nvCxnSpPr>
          <p:spPr>
            <a:xfrm flipV="1">
              <a:off x="4183859" y="3115449"/>
              <a:ext cx="421947" cy="369500"/>
            </a:xfrm>
            <a:prstGeom prst="straightConnector1">
              <a:avLst/>
            </a:prstGeom>
            <a:ln w="38100" cmpd="sng">
              <a:solidFill>
                <a:schemeClr val="tx1">
                  <a:lumMod val="50000"/>
                  <a:lumOff val="50000"/>
                </a:schemeClr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17">
              <a:extLst>
                <a:ext uri="{FF2B5EF4-FFF2-40B4-BE49-F238E27FC236}">
                  <a16:creationId xmlns:a16="http://schemas.microsoft.com/office/drawing/2014/main" id="{BA171240-5793-4241-9A07-8F95702CBD5A}"/>
                </a:ext>
              </a:extLst>
            </p:cNvPr>
            <p:cNvCxnSpPr/>
            <p:nvPr/>
          </p:nvCxnSpPr>
          <p:spPr>
            <a:xfrm flipH="1" flipV="1">
              <a:off x="5155690" y="3115449"/>
              <a:ext cx="443282" cy="369500"/>
            </a:xfrm>
            <a:prstGeom prst="straightConnector1">
              <a:avLst/>
            </a:prstGeom>
            <a:ln w="38100" cmpd="sng">
              <a:solidFill>
                <a:schemeClr val="tx1">
                  <a:lumMod val="50000"/>
                  <a:lumOff val="50000"/>
                </a:schemeClr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2" name="Group 37">
              <a:extLst>
                <a:ext uri="{FF2B5EF4-FFF2-40B4-BE49-F238E27FC236}">
                  <a16:creationId xmlns:a16="http://schemas.microsoft.com/office/drawing/2014/main" id="{F63C9B03-1436-4E0F-9725-0A063B93BD07}"/>
                </a:ext>
              </a:extLst>
            </p:cNvPr>
            <p:cNvGrpSpPr/>
            <p:nvPr/>
          </p:nvGrpSpPr>
          <p:grpSpPr>
            <a:xfrm>
              <a:off x="1302205" y="4505557"/>
              <a:ext cx="1680139" cy="1611991"/>
              <a:chOff x="1409845" y="4761835"/>
              <a:chExt cx="1680139" cy="1611991"/>
            </a:xfrm>
          </p:grpSpPr>
          <p:pic>
            <p:nvPicPr>
              <p:cNvPr id="130" name="Picture 33" descr="MC900433050.JPG">
                <a:extLst>
                  <a:ext uri="{FF2B5EF4-FFF2-40B4-BE49-F238E27FC236}">
                    <a16:creationId xmlns:a16="http://schemas.microsoft.com/office/drawing/2014/main" id="{9873F244-39E5-4D21-87E3-5A9E62B966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17594" y="5038834"/>
                <a:ext cx="1334992" cy="1334992"/>
              </a:xfrm>
              <a:prstGeom prst="rect">
                <a:avLst/>
              </a:prstGeom>
            </p:spPr>
          </p:pic>
          <p:sp>
            <p:nvSpPr>
              <p:cNvPr id="131" name="TextBox 34">
                <a:extLst>
                  <a:ext uri="{FF2B5EF4-FFF2-40B4-BE49-F238E27FC236}">
                    <a16:creationId xmlns:a16="http://schemas.microsoft.com/office/drawing/2014/main" id="{158ADA82-BD67-4CC7-9741-F96D81CFED0F}"/>
                  </a:ext>
                </a:extLst>
              </p:cNvPr>
              <p:cNvSpPr txBox="1"/>
              <p:nvPr/>
            </p:nvSpPr>
            <p:spPr>
              <a:xfrm>
                <a:off x="1409845" y="5432203"/>
                <a:ext cx="41549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 Roman" charset="0"/>
                  </a:rPr>
                  <a:t>A</a:t>
                </a:r>
              </a:p>
            </p:txBody>
          </p:sp>
          <p:sp>
            <p:nvSpPr>
              <p:cNvPr id="132" name="TextBox 35">
                <a:extLst>
                  <a:ext uri="{FF2B5EF4-FFF2-40B4-BE49-F238E27FC236}">
                    <a16:creationId xmlns:a16="http://schemas.microsoft.com/office/drawing/2014/main" id="{0989BFA4-067F-4CDC-8330-2550763DF30C}"/>
                  </a:ext>
                </a:extLst>
              </p:cNvPr>
              <p:cNvSpPr txBox="1"/>
              <p:nvPr/>
            </p:nvSpPr>
            <p:spPr>
              <a:xfrm>
                <a:off x="1492896" y="4761835"/>
                <a:ext cx="159708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>
                    <a:latin typeface="Courier New"/>
                    <a:cs typeface="Courier New"/>
                  </a:rPr>
                  <a:t>158.132.148.111</a:t>
                </a:r>
                <a:endParaRPr lang="en-US" sz="1200" b="1" i="1" dirty="0">
                  <a:latin typeface="Courier New"/>
                  <a:cs typeface="Courier New"/>
                </a:endParaRPr>
              </a:p>
            </p:txBody>
          </p:sp>
        </p:grpSp>
        <p:grpSp>
          <p:nvGrpSpPr>
            <p:cNvPr id="83" name="Group 38">
              <a:extLst>
                <a:ext uri="{FF2B5EF4-FFF2-40B4-BE49-F238E27FC236}">
                  <a16:creationId xmlns:a16="http://schemas.microsoft.com/office/drawing/2014/main" id="{893EA4B9-8AC2-45B9-8DD2-0489C2779A6D}"/>
                </a:ext>
              </a:extLst>
            </p:cNvPr>
            <p:cNvGrpSpPr/>
            <p:nvPr/>
          </p:nvGrpSpPr>
          <p:grpSpPr>
            <a:xfrm>
              <a:off x="7010545" y="4505557"/>
              <a:ext cx="1680139" cy="1611991"/>
              <a:chOff x="1409845" y="4761835"/>
              <a:chExt cx="1680139" cy="1611991"/>
            </a:xfrm>
          </p:grpSpPr>
          <p:pic>
            <p:nvPicPr>
              <p:cNvPr id="126" name="Picture 39" descr="MC900433050.JPG">
                <a:extLst>
                  <a:ext uri="{FF2B5EF4-FFF2-40B4-BE49-F238E27FC236}">
                    <a16:creationId xmlns:a16="http://schemas.microsoft.com/office/drawing/2014/main" id="{5F4EED3C-A1C3-40F8-9F78-815EBA4400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17594" y="5038834"/>
                <a:ext cx="1334992" cy="1334992"/>
              </a:xfrm>
              <a:prstGeom prst="rect">
                <a:avLst/>
              </a:prstGeom>
            </p:spPr>
          </p:pic>
          <p:sp>
            <p:nvSpPr>
              <p:cNvPr id="127" name="TextBox 40">
                <a:extLst>
                  <a:ext uri="{FF2B5EF4-FFF2-40B4-BE49-F238E27FC236}">
                    <a16:creationId xmlns:a16="http://schemas.microsoft.com/office/drawing/2014/main" id="{CC522165-E778-4451-B512-44934C4B7537}"/>
                  </a:ext>
                </a:extLst>
              </p:cNvPr>
              <p:cNvSpPr txBox="1"/>
              <p:nvPr/>
            </p:nvSpPr>
            <p:spPr>
              <a:xfrm>
                <a:off x="1409845" y="5432203"/>
                <a:ext cx="38995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 Roman" charset="0"/>
                  </a:rPr>
                  <a:t>B</a:t>
                </a:r>
              </a:p>
            </p:txBody>
          </p:sp>
          <p:sp>
            <p:nvSpPr>
              <p:cNvPr id="128" name="TextBox 41">
                <a:extLst>
                  <a:ext uri="{FF2B5EF4-FFF2-40B4-BE49-F238E27FC236}">
                    <a16:creationId xmlns:a16="http://schemas.microsoft.com/office/drawing/2014/main" id="{9E034C6B-2DD1-43F5-858E-7267ABA76BBD}"/>
                  </a:ext>
                </a:extLst>
              </p:cNvPr>
              <p:cNvSpPr txBox="1"/>
              <p:nvPr/>
            </p:nvSpPr>
            <p:spPr>
              <a:xfrm>
                <a:off x="1492896" y="4761835"/>
                <a:ext cx="159708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>
                    <a:latin typeface="Courier New"/>
                    <a:cs typeface="Courier New"/>
                  </a:rPr>
                  <a:t>158.147.103.222</a:t>
                </a:r>
                <a:endParaRPr lang="en-US" sz="1200" b="1" i="1" dirty="0">
                  <a:latin typeface="Courier New"/>
                  <a:cs typeface="Courier New"/>
                </a:endParaRPr>
              </a:p>
            </p:txBody>
          </p:sp>
        </p:grpSp>
        <p:grpSp>
          <p:nvGrpSpPr>
            <p:cNvPr id="84" name="Group 46">
              <a:extLst>
                <a:ext uri="{FF2B5EF4-FFF2-40B4-BE49-F238E27FC236}">
                  <a16:creationId xmlns:a16="http://schemas.microsoft.com/office/drawing/2014/main" id="{ECA58B6C-4E45-46F4-92E8-8DEC038AA17E}"/>
                </a:ext>
              </a:extLst>
            </p:cNvPr>
            <p:cNvGrpSpPr/>
            <p:nvPr/>
          </p:nvGrpSpPr>
          <p:grpSpPr>
            <a:xfrm>
              <a:off x="5494042" y="3267849"/>
              <a:ext cx="1227696" cy="1120348"/>
              <a:chOff x="5119392" y="3540899"/>
              <a:chExt cx="1227696" cy="1120348"/>
            </a:xfrm>
          </p:grpSpPr>
          <p:pic>
            <p:nvPicPr>
              <p:cNvPr id="124" name="Picture 13" descr="MC900432567.PNG">
                <a:extLst>
                  <a:ext uri="{FF2B5EF4-FFF2-40B4-BE49-F238E27FC236}">
                    <a16:creationId xmlns:a16="http://schemas.microsoft.com/office/drawing/2014/main" id="{62016831-78F6-4A46-9C9A-AF54C2EE48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224322" y="3540899"/>
                <a:ext cx="1060450" cy="1060450"/>
              </a:xfrm>
              <a:prstGeom prst="rect">
                <a:avLst/>
              </a:prstGeom>
            </p:spPr>
          </p:pic>
          <p:sp>
            <p:nvSpPr>
              <p:cNvPr id="123" name="TextBox 43">
                <a:extLst>
                  <a:ext uri="{FF2B5EF4-FFF2-40B4-BE49-F238E27FC236}">
                    <a16:creationId xmlns:a16="http://schemas.microsoft.com/office/drawing/2014/main" id="{7CB66B9B-9AEC-41BE-A109-AB36E7AA3E48}"/>
                  </a:ext>
                </a:extLst>
              </p:cNvPr>
              <p:cNvSpPr txBox="1"/>
              <p:nvPr/>
            </p:nvSpPr>
            <p:spPr>
              <a:xfrm>
                <a:off x="5119392" y="4384248"/>
                <a:ext cx="122769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>
                    <a:latin typeface="Courier New"/>
                    <a:cs typeface="Courier New"/>
                  </a:rPr>
                  <a:t>158.147.0.1</a:t>
                </a:r>
                <a:endParaRPr lang="en-US" sz="1200" b="1" i="1" dirty="0">
                  <a:latin typeface="Courier New"/>
                  <a:cs typeface="Courier New"/>
                </a:endParaRPr>
              </a:p>
            </p:txBody>
          </p:sp>
        </p:grpSp>
        <p:grpSp>
          <p:nvGrpSpPr>
            <p:cNvPr id="85" name="Group 45">
              <a:extLst>
                <a:ext uri="{FF2B5EF4-FFF2-40B4-BE49-F238E27FC236}">
                  <a16:creationId xmlns:a16="http://schemas.microsoft.com/office/drawing/2014/main" id="{02EC9D4E-8D0A-46FD-BB12-AC1B5FC729F2}"/>
                </a:ext>
              </a:extLst>
            </p:cNvPr>
            <p:cNvGrpSpPr/>
            <p:nvPr/>
          </p:nvGrpSpPr>
          <p:grpSpPr>
            <a:xfrm>
              <a:off x="3074692" y="3267849"/>
              <a:ext cx="1227696" cy="1120348"/>
              <a:chOff x="2700042" y="3540899"/>
              <a:chExt cx="1227696" cy="1120348"/>
            </a:xfrm>
          </p:grpSpPr>
          <p:pic>
            <p:nvPicPr>
              <p:cNvPr id="120" name="Picture 10" descr="MC900432567.PNG">
                <a:extLst>
                  <a:ext uri="{FF2B5EF4-FFF2-40B4-BE49-F238E27FC236}">
                    <a16:creationId xmlns:a16="http://schemas.microsoft.com/office/drawing/2014/main" id="{2DD49F9A-C53A-41F1-9B76-8DD11DFE42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87978" y="3540899"/>
                <a:ext cx="1060450" cy="1060450"/>
              </a:xfrm>
              <a:prstGeom prst="rect">
                <a:avLst/>
              </a:prstGeom>
            </p:spPr>
          </p:pic>
          <p:sp>
            <p:nvSpPr>
              <p:cNvPr id="119" name="TextBox 44">
                <a:extLst>
                  <a:ext uri="{FF2B5EF4-FFF2-40B4-BE49-F238E27FC236}">
                    <a16:creationId xmlns:a16="http://schemas.microsoft.com/office/drawing/2014/main" id="{362442AC-66E0-4F5A-BE4F-B7CCAFABE779}"/>
                  </a:ext>
                </a:extLst>
              </p:cNvPr>
              <p:cNvSpPr txBox="1"/>
              <p:nvPr/>
            </p:nvSpPr>
            <p:spPr>
              <a:xfrm>
                <a:off x="2700042" y="4384248"/>
                <a:ext cx="122769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>
                    <a:latin typeface="Courier New"/>
                    <a:cs typeface="Courier New"/>
                  </a:rPr>
                  <a:t>158.132.0.1</a:t>
                </a:r>
                <a:endParaRPr lang="en-US" sz="1200" b="1" i="1" dirty="0">
                  <a:latin typeface="Courier New"/>
                  <a:cs typeface="Courier New"/>
                </a:endParaRPr>
              </a:p>
            </p:txBody>
          </p:sp>
        </p:grpSp>
        <p:cxnSp>
          <p:nvCxnSpPr>
            <p:cNvPr id="86" name="Straight Arrow Connector 49">
              <a:extLst>
                <a:ext uri="{FF2B5EF4-FFF2-40B4-BE49-F238E27FC236}">
                  <a16:creationId xmlns:a16="http://schemas.microsoft.com/office/drawing/2014/main" id="{838CFA47-C60F-452A-A66F-217AD9006BB2}"/>
                </a:ext>
              </a:extLst>
            </p:cNvPr>
            <p:cNvCxnSpPr/>
            <p:nvPr/>
          </p:nvCxnSpPr>
          <p:spPr>
            <a:xfrm flipV="1">
              <a:off x="2824022" y="4675805"/>
              <a:ext cx="421947" cy="369500"/>
            </a:xfrm>
            <a:prstGeom prst="straightConnector1">
              <a:avLst/>
            </a:prstGeom>
            <a:ln w="38100" cmpd="sng">
              <a:solidFill>
                <a:schemeClr val="tx1">
                  <a:lumMod val="50000"/>
                  <a:lumOff val="50000"/>
                </a:schemeClr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50">
              <a:extLst>
                <a:ext uri="{FF2B5EF4-FFF2-40B4-BE49-F238E27FC236}">
                  <a16:creationId xmlns:a16="http://schemas.microsoft.com/office/drawing/2014/main" id="{48BD5F92-C15A-4080-9D89-E81FF4ABF3C3}"/>
                </a:ext>
              </a:extLst>
            </p:cNvPr>
            <p:cNvCxnSpPr/>
            <p:nvPr/>
          </p:nvCxnSpPr>
          <p:spPr>
            <a:xfrm flipH="1" flipV="1">
              <a:off x="6721738" y="4638711"/>
              <a:ext cx="443282" cy="369500"/>
            </a:xfrm>
            <a:prstGeom prst="straightConnector1">
              <a:avLst/>
            </a:prstGeom>
            <a:ln w="38100" cmpd="sng">
              <a:solidFill>
                <a:schemeClr val="tx1">
                  <a:lumMod val="50000"/>
                  <a:lumOff val="50000"/>
                </a:schemeClr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8" name="Group 65">
              <a:extLst>
                <a:ext uri="{FF2B5EF4-FFF2-40B4-BE49-F238E27FC236}">
                  <a16:creationId xmlns:a16="http://schemas.microsoft.com/office/drawing/2014/main" id="{E92E3C37-A786-4343-9492-78600F5137F6}"/>
                </a:ext>
              </a:extLst>
            </p:cNvPr>
            <p:cNvGrpSpPr/>
            <p:nvPr/>
          </p:nvGrpSpPr>
          <p:grpSpPr>
            <a:xfrm>
              <a:off x="3212868" y="4354046"/>
              <a:ext cx="977572" cy="276999"/>
              <a:chOff x="3162628" y="4354046"/>
              <a:chExt cx="977572" cy="276999"/>
            </a:xfrm>
          </p:grpSpPr>
          <p:pic>
            <p:nvPicPr>
              <p:cNvPr id="116" name="Picture 54" descr="RJ45_Female_pure.jpeg">
                <a:extLst>
                  <a:ext uri="{FF2B5EF4-FFF2-40B4-BE49-F238E27FC236}">
                    <a16:creationId xmlns:a16="http://schemas.microsoft.com/office/drawing/2014/main" id="{AC1DF997-079A-45D6-AE6B-4844CAA3FE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62628" y="4421258"/>
                <a:ext cx="203744" cy="168598"/>
              </a:xfrm>
              <a:prstGeom prst="rect">
                <a:avLst/>
              </a:prstGeom>
            </p:spPr>
          </p:pic>
          <p:sp>
            <p:nvSpPr>
              <p:cNvPr id="117" name="TextBox 59">
                <a:extLst>
                  <a:ext uri="{FF2B5EF4-FFF2-40B4-BE49-F238E27FC236}">
                    <a16:creationId xmlns:a16="http://schemas.microsoft.com/office/drawing/2014/main" id="{F82D3DD4-F594-473D-9A03-354704A516E2}"/>
                  </a:ext>
                </a:extLst>
              </p:cNvPr>
              <p:cNvSpPr txBox="1"/>
              <p:nvPr/>
            </p:nvSpPr>
            <p:spPr>
              <a:xfrm>
                <a:off x="3293469" y="4354046"/>
                <a:ext cx="8467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Times Roman" charset="0"/>
                  </a:rPr>
                  <a:t>Interface 1</a:t>
                </a:r>
              </a:p>
            </p:txBody>
          </p:sp>
        </p:grpSp>
        <p:grpSp>
          <p:nvGrpSpPr>
            <p:cNvPr id="89" name="Group 66">
              <a:extLst>
                <a:ext uri="{FF2B5EF4-FFF2-40B4-BE49-F238E27FC236}">
                  <a16:creationId xmlns:a16="http://schemas.microsoft.com/office/drawing/2014/main" id="{EFF68137-0795-4BF7-BBAB-BF614CBE3E9D}"/>
                </a:ext>
              </a:extLst>
            </p:cNvPr>
            <p:cNvGrpSpPr/>
            <p:nvPr/>
          </p:nvGrpSpPr>
          <p:grpSpPr>
            <a:xfrm>
              <a:off x="2988714" y="3320003"/>
              <a:ext cx="1075846" cy="276999"/>
              <a:chOff x="3038954" y="3340099"/>
              <a:chExt cx="1075846" cy="276999"/>
            </a:xfrm>
          </p:grpSpPr>
          <p:pic>
            <p:nvPicPr>
              <p:cNvPr id="114" name="Picture 53" descr="RJ45_Female_pure.jpeg">
                <a:extLst>
                  <a:ext uri="{FF2B5EF4-FFF2-40B4-BE49-F238E27FC236}">
                    <a16:creationId xmlns:a16="http://schemas.microsoft.com/office/drawing/2014/main" id="{55251FE7-41D0-41BA-94AC-933495C4AC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911056" y="3400650"/>
                <a:ext cx="203744" cy="168598"/>
              </a:xfrm>
              <a:prstGeom prst="rect">
                <a:avLst/>
              </a:prstGeom>
            </p:spPr>
          </p:pic>
          <p:sp>
            <p:nvSpPr>
              <p:cNvPr id="115" name="TextBox 60">
                <a:extLst>
                  <a:ext uri="{FF2B5EF4-FFF2-40B4-BE49-F238E27FC236}">
                    <a16:creationId xmlns:a16="http://schemas.microsoft.com/office/drawing/2014/main" id="{80194317-17F1-4738-B7B3-9A11B808C0C4}"/>
                  </a:ext>
                </a:extLst>
              </p:cNvPr>
              <p:cNvSpPr txBox="1"/>
              <p:nvPr/>
            </p:nvSpPr>
            <p:spPr>
              <a:xfrm>
                <a:off x="3038954" y="3340099"/>
                <a:ext cx="8467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Times Roman" charset="0"/>
                  </a:rPr>
                  <a:t>Interface 2</a:t>
                </a:r>
              </a:p>
            </p:txBody>
          </p:sp>
        </p:grpSp>
        <p:grpSp>
          <p:nvGrpSpPr>
            <p:cNvPr id="90" name="Group 67">
              <a:extLst>
                <a:ext uri="{FF2B5EF4-FFF2-40B4-BE49-F238E27FC236}">
                  <a16:creationId xmlns:a16="http://schemas.microsoft.com/office/drawing/2014/main" id="{4C692BBE-4370-440C-8B49-981D5FB5BB2C}"/>
                </a:ext>
              </a:extLst>
            </p:cNvPr>
            <p:cNvGrpSpPr/>
            <p:nvPr/>
          </p:nvGrpSpPr>
          <p:grpSpPr>
            <a:xfrm>
              <a:off x="3350442" y="2911048"/>
              <a:ext cx="1076380" cy="276999"/>
              <a:chOff x="3350442" y="2911048"/>
              <a:chExt cx="1076380" cy="276999"/>
            </a:xfrm>
          </p:grpSpPr>
          <p:pic>
            <p:nvPicPr>
              <p:cNvPr id="112" name="Picture 55" descr="RJ45_Female_pure.jpeg">
                <a:extLst>
                  <a:ext uri="{FF2B5EF4-FFF2-40B4-BE49-F238E27FC236}">
                    <a16:creationId xmlns:a16="http://schemas.microsoft.com/office/drawing/2014/main" id="{34ABAA51-5B82-4CDF-A064-46B3160D8B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223078" y="2991648"/>
                <a:ext cx="203744" cy="168598"/>
              </a:xfrm>
              <a:prstGeom prst="rect">
                <a:avLst/>
              </a:prstGeom>
            </p:spPr>
          </p:pic>
          <p:sp>
            <p:nvSpPr>
              <p:cNvPr id="113" name="TextBox 61">
                <a:extLst>
                  <a:ext uri="{FF2B5EF4-FFF2-40B4-BE49-F238E27FC236}">
                    <a16:creationId xmlns:a16="http://schemas.microsoft.com/office/drawing/2014/main" id="{F7D7D4D4-7B64-4B0A-93BF-8D7AFC3DE1CE}"/>
                  </a:ext>
                </a:extLst>
              </p:cNvPr>
              <p:cNvSpPr txBox="1"/>
              <p:nvPr/>
            </p:nvSpPr>
            <p:spPr>
              <a:xfrm>
                <a:off x="3350442" y="2911048"/>
                <a:ext cx="8467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Times Roman" charset="0"/>
                  </a:rPr>
                  <a:t>Interface 1</a:t>
                </a:r>
              </a:p>
            </p:txBody>
          </p:sp>
        </p:grpSp>
        <p:grpSp>
          <p:nvGrpSpPr>
            <p:cNvPr id="91" name="Group 68">
              <a:extLst>
                <a:ext uri="{FF2B5EF4-FFF2-40B4-BE49-F238E27FC236}">
                  <a16:creationId xmlns:a16="http://schemas.microsoft.com/office/drawing/2014/main" id="{CF7559D4-2C78-464D-9EA1-B34F04CA85AD}"/>
                </a:ext>
              </a:extLst>
            </p:cNvPr>
            <p:cNvGrpSpPr/>
            <p:nvPr/>
          </p:nvGrpSpPr>
          <p:grpSpPr>
            <a:xfrm>
              <a:off x="5513856" y="2905898"/>
              <a:ext cx="989671" cy="276999"/>
              <a:chOff x="5513856" y="2905898"/>
              <a:chExt cx="989671" cy="276999"/>
            </a:xfrm>
          </p:grpSpPr>
          <p:pic>
            <p:nvPicPr>
              <p:cNvPr id="110" name="Picture 56" descr="RJ45_Female_pure.jpeg">
                <a:extLst>
                  <a:ext uri="{FF2B5EF4-FFF2-40B4-BE49-F238E27FC236}">
                    <a16:creationId xmlns:a16="http://schemas.microsoft.com/office/drawing/2014/main" id="{51845EF6-DC81-40A6-8156-71C48028D7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13856" y="2991648"/>
                <a:ext cx="203744" cy="168598"/>
              </a:xfrm>
              <a:prstGeom prst="rect">
                <a:avLst/>
              </a:prstGeom>
            </p:spPr>
          </p:pic>
          <p:sp>
            <p:nvSpPr>
              <p:cNvPr id="111" name="TextBox 62">
                <a:extLst>
                  <a:ext uri="{FF2B5EF4-FFF2-40B4-BE49-F238E27FC236}">
                    <a16:creationId xmlns:a16="http://schemas.microsoft.com/office/drawing/2014/main" id="{8D7ADF1A-64BD-4A17-B37A-F9AAA4EF518E}"/>
                  </a:ext>
                </a:extLst>
              </p:cNvPr>
              <p:cNvSpPr txBox="1"/>
              <p:nvPr/>
            </p:nvSpPr>
            <p:spPr>
              <a:xfrm>
                <a:off x="5656796" y="2905898"/>
                <a:ext cx="8467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Times Roman" charset="0"/>
                  </a:rPr>
                  <a:t>Interface 3</a:t>
                </a:r>
              </a:p>
            </p:txBody>
          </p:sp>
        </p:grpSp>
        <p:grpSp>
          <p:nvGrpSpPr>
            <p:cNvPr id="92" name="Group 69">
              <a:extLst>
                <a:ext uri="{FF2B5EF4-FFF2-40B4-BE49-F238E27FC236}">
                  <a16:creationId xmlns:a16="http://schemas.microsoft.com/office/drawing/2014/main" id="{59C1D33C-64D4-4D33-9857-2B9C681E85FD}"/>
                </a:ext>
              </a:extLst>
            </p:cNvPr>
            <p:cNvGrpSpPr/>
            <p:nvPr/>
          </p:nvGrpSpPr>
          <p:grpSpPr>
            <a:xfrm>
              <a:off x="5650446" y="3313845"/>
              <a:ext cx="987558" cy="276999"/>
              <a:chOff x="5650446" y="3313845"/>
              <a:chExt cx="987558" cy="276999"/>
            </a:xfrm>
          </p:grpSpPr>
          <p:pic>
            <p:nvPicPr>
              <p:cNvPr id="108" name="Picture 57" descr="RJ45_Female_pure.jpeg">
                <a:extLst>
                  <a:ext uri="{FF2B5EF4-FFF2-40B4-BE49-F238E27FC236}">
                    <a16:creationId xmlns:a16="http://schemas.microsoft.com/office/drawing/2014/main" id="{9F3E2392-CCBE-43C9-81B1-E9D1D39FD1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650446" y="3400650"/>
                <a:ext cx="203744" cy="168598"/>
              </a:xfrm>
              <a:prstGeom prst="rect">
                <a:avLst/>
              </a:prstGeom>
            </p:spPr>
          </p:pic>
          <p:sp>
            <p:nvSpPr>
              <p:cNvPr id="109" name="TextBox 63">
                <a:extLst>
                  <a:ext uri="{FF2B5EF4-FFF2-40B4-BE49-F238E27FC236}">
                    <a16:creationId xmlns:a16="http://schemas.microsoft.com/office/drawing/2014/main" id="{9B16A18C-44F2-4F13-82A4-3146FBAE14A8}"/>
                  </a:ext>
                </a:extLst>
              </p:cNvPr>
              <p:cNvSpPr txBox="1"/>
              <p:nvPr/>
            </p:nvSpPr>
            <p:spPr>
              <a:xfrm>
                <a:off x="5791273" y="3313845"/>
                <a:ext cx="8467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Times Roman" charset="0"/>
                  </a:rPr>
                  <a:t>Interface 7</a:t>
                </a:r>
              </a:p>
            </p:txBody>
          </p:sp>
        </p:grpSp>
        <p:grpSp>
          <p:nvGrpSpPr>
            <p:cNvPr id="93" name="Group 70">
              <a:extLst>
                <a:ext uri="{FF2B5EF4-FFF2-40B4-BE49-F238E27FC236}">
                  <a16:creationId xmlns:a16="http://schemas.microsoft.com/office/drawing/2014/main" id="{252B0351-98BE-43BE-A649-17DE66FF05B5}"/>
                </a:ext>
              </a:extLst>
            </p:cNvPr>
            <p:cNvGrpSpPr/>
            <p:nvPr/>
          </p:nvGrpSpPr>
          <p:grpSpPr>
            <a:xfrm>
              <a:off x="5591187" y="4347696"/>
              <a:ext cx="1068235" cy="276999"/>
              <a:chOff x="5591187" y="4347696"/>
              <a:chExt cx="1068235" cy="276999"/>
            </a:xfrm>
          </p:grpSpPr>
          <p:pic>
            <p:nvPicPr>
              <p:cNvPr id="106" name="Picture 58" descr="RJ45_Female_pure.jpeg">
                <a:extLst>
                  <a:ext uri="{FF2B5EF4-FFF2-40B4-BE49-F238E27FC236}">
                    <a16:creationId xmlns:a16="http://schemas.microsoft.com/office/drawing/2014/main" id="{B48DF55E-E785-4CE4-8144-5DDD30D457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455678" y="4421258"/>
                <a:ext cx="203744" cy="168598"/>
              </a:xfrm>
              <a:prstGeom prst="rect">
                <a:avLst/>
              </a:prstGeom>
            </p:spPr>
          </p:pic>
          <p:sp>
            <p:nvSpPr>
              <p:cNvPr id="107" name="TextBox 64">
                <a:extLst>
                  <a:ext uri="{FF2B5EF4-FFF2-40B4-BE49-F238E27FC236}">
                    <a16:creationId xmlns:a16="http://schemas.microsoft.com/office/drawing/2014/main" id="{C60D2F13-5CC7-49E4-9BFF-8B74934569A8}"/>
                  </a:ext>
                </a:extLst>
              </p:cNvPr>
              <p:cNvSpPr txBox="1"/>
              <p:nvPr/>
            </p:nvSpPr>
            <p:spPr>
              <a:xfrm>
                <a:off x="5591187" y="4347696"/>
                <a:ext cx="8467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Times Roman" charset="0"/>
                  </a:rPr>
                  <a:t>Interface 4</a:t>
                </a:r>
              </a:p>
            </p:txBody>
          </p:sp>
        </p:grpSp>
        <p:grpSp>
          <p:nvGrpSpPr>
            <p:cNvPr id="94" name="Group 87">
              <a:extLst>
                <a:ext uri="{FF2B5EF4-FFF2-40B4-BE49-F238E27FC236}">
                  <a16:creationId xmlns:a16="http://schemas.microsoft.com/office/drawing/2014/main" id="{E3837AD4-AAEF-46EF-BEF1-240DCDE7F0EA}"/>
                </a:ext>
              </a:extLst>
            </p:cNvPr>
            <p:cNvGrpSpPr/>
            <p:nvPr/>
          </p:nvGrpSpPr>
          <p:grpSpPr>
            <a:xfrm>
              <a:off x="1631514" y="3391246"/>
              <a:ext cx="6618846" cy="277000"/>
              <a:chOff x="1631514" y="3391246"/>
              <a:chExt cx="6618846" cy="277000"/>
            </a:xfrm>
          </p:grpSpPr>
          <p:sp>
            <p:nvSpPr>
              <p:cNvPr id="103" name="TextBox 84">
                <a:extLst>
                  <a:ext uri="{FF2B5EF4-FFF2-40B4-BE49-F238E27FC236}">
                    <a16:creationId xmlns:a16="http://schemas.microsoft.com/office/drawing/2014/main" id="{8CEA993D-D283-48C7-B145-C40172750982}"/>
                  </a:ext>
                </a:extLst>
              </p:cNvPr>
              <p:cNvSpPr txBox="1"/>
              <p:nvPr/>
            </p:nvSpPr>
            <p:spPr>
              <a:xfrm>
                <a:off x="1631514" y="3391247"/>
                <a:ext cx="122769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>
                    <a:latin typeface="Courier New"/>
                    <a:cs typeface="Courier New"/>
                  </a:rPr>
                  <a:t>154.207.0.2</a:t>
                </a:r>
                <a:endParaRPr lang="en-US" sz="1200" b="1" i="1" dirty="0">
                  <a:latin typeface="Courier New"/>
                  <a:cs typeface="Courier New"/>
                </a:endParaRPr>
              </a:p>
            </p:txBody>
          </p:sp>
          <p:sp>
            <p:nvSpPr>
              <p:cNvPr id="105" name="TextBox 86">
                <a:extLst>
                  <a:ext uri="{FF2B5EF4-FFF2-40B4-BE49-F238E27FC236}">
                    <a16:creationId xmlns:a16="http://schemas.microsoft.com/office/drawing/2014/main" id="{1A45E0B7-8598-4E10-8D85-A26434DB5D7F}"/>
                  </a:ext>
                </a:extLst>
              </p:cNvPr>
              <p:cNvSpPr txBox="1"/>
              <p:nvPr/>
            </p:nvSpPr>
            <p:spPr>
              <a:xfrm>
                <a:off x="7022664" y="3391246"/>
                <a:ext cx="122769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>
                    <a:latin typeface="Courier New"/>
                    <a:cs typeface="Courier New"/>
                  </a:rPr>
                  <a:t>154.207.0.3</a:t>
                </a:r>
                <a:endParaRPr lang="en-US" sz="1200" b="1" i="1" dirty="0">
                  <a:latin typeface="Courier New"/>
                  <a:cs typeface="Courier New"/>
                </a:endParaRPr>
              </a:p>
            </p:txBody>
          </p:sp>
        </p:grpSp>
        <p:grpSp>
          <p:nvGrpSpPr>
            <p:cNvPr id="95" name="Group 6">
              <a:extLst>
                <a:ext uri="{FF2B5EF4-FFF2-40B4-BE49-F238E27FC236}">
                  <a16:creationId xmlns:a16="http://schemas.microsoft.com/office/drawing/2014/main" id="{96E9AA2F-8F80-48F4-A55D-CB98D8BD8D8E}"/>
                </a:ext>
              </a:extLst>
            </p:cNvPr>
            <p:cNvGrpSpPr/>
            <p:nvPr/>
          </p:nvGrpSpPr>
          <p:grpSpPr>
            <a:xfrm>
              <a:off x="3120326" y="2054999"/>
              <a:ext cx="3585601" cy="1060450"/>
              <a:chOff x="3120326" y="2054999"/>
              <a:chExt cx="3585601" cy="1060450"/>
            </a:xfrm>
          </p:grpSpPr>
          <p:pic>
            <p:nvPicPr>
              <p:cNvPr id="96" name="Picture 7" descr="MC900432567.PNG">
                <a:extLst>
                  <a:ext uri="{FF2B5EF4-FFF2-40B4-BE49-F238E27FC236}">
                    <a16:creationId xmlns:a16="http://schemas.microsoft.com/office/drawing/2014/main" id="{11A30455-4273-444D-9E83-3168764F0E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453406" y="2054999"/>
                <a:ext cx="1060450" cy="1060450"/>
              </a:xfrm>
              <a:prstGeom prst="rect">
                <a:avLst/>
              </a:prstGeom>
            </p:spPr>
          </p:pic>
          <p:grpSp>
            <p:nvGrpSpPr>
              <p:cNvPr id="97" name="Group 15">
                <a:extLst>
                  <a:ext uri="{FF2B5EF4-FFF2-40B4-BE49-F238E27FC236}">
                    <a16:creationId xmlns:a16="http://schemas.microsoft.com/office/drawing/2014/main" id="{EC0DF625-D1A6-4D13-B89D-E7557A3CB83C}"/>
                  </a:ext>
                </a:extLst>
              </p:cNvPr>
              <p:cNvGrpSpPr/>
              <p:nvPr/>
            </p:nvGrpSpPr>
            <p:grpSpPr>
              <a:xfrm>
                <a:off x="3120326" y="2692747"/>
                <a:ext cx="3585601" cy="290899"/>
                <a:chOff x="3120326" y="2692747"/>
                <a:chExt cx="3585601" cy="290899"/>
              </a:xfrm>
            </p:grpSpPr>
            <p:sp>
              <p:nvSpPr>
                <p:cNvPr id="99" name="TextBox 47">
                  <a:extLst>
                    <a:ext uri="{FF2B5EF4-FFF2-40B4-BE49-F238E27FC236}">
                      <a16:creationId xmlns:a16="http://schemas.microsoft.com/office/drawing/2014/main" id="{C3D3CCDD-5C7C-462B-8CB2-A0767DBD4570}"/>
                    </a:ext>
                  </a:extLst>
                </p:cNvPr>
                <p:cNvSpPr txBox="1"/>
                <p:nvPr/>
              </p:nvSpPr>
              <p:spPr>
                <a:xfrm>
                  <a:off x="3120326" y="2692747"/>
                  <a:ext cx="122769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b="1" dirty="0">
                      <a:latin typeface="Courier New"/>
                      <a:cs typeface="Courier New"/>
                    </a:rPr>
                    <a:t>154.207.0.1   </a:t>
                  </a:r>
                  <a:endParaRPr lang="en-US" sz="1200" b="1" i="1" dirty="0">
                    <a:latin typeface="Courier New"/>
                    <a:cs typeface="Courier New"/>
                  </a:endParaRPr>
                </a:p>
              </p:txBody>
            </p:sp>
            <p:sp>
              <p:nvSpPr>
                <p:cNvPr id="101" name="TextBox 72">
                  <a:extLst>
                    <a:ext uri="{FF2B5EF4-FFF2-40B4-BE49-F238E27FC236}">
                      <a16:creationId xmlns:a16="http://schemas.microsoft.com/office/drawing/2014/main" id="{C727C19B-E9D4-4AA7-9F96-0EF95A81A929}"/>
                    </a:ext>
                  </a:extLst>
                </p:cNvPr>
                <p:cNvSpPr txBox="1"/>
                <p:nvPr/>
              </p:nvSpPr>
              <p:spPr>
                <a:xfrm>
                  <a:off x="5505433" y="2706647"/>
                  <a:ext cx="120049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b="1" dirty="0">
                      <a:latin typeface="Courier New"/>
                      <a:cs typeface="Courier New"/>
                    </a:rPr>
                    <a:t>154.207.0.5   </a:t>
                  </a:r>
                  <a:endParaRPr lang="en-US" sz="1200" b="1" i="1" dirty="0">
                    <a:latin typeface="Courier New"/>
                    <a:cs typeface="Courier New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743554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3837"/>
            <a:ext cx="10515600" cy="894622"/>
          </a:xfrm>
        </p:spPr>
        <p:txBody>
          <a:bodyPr/>
          <a:lstStyle/>
          <a:p>
            <a:r>
              <a:rPr lang="en-US" dirty="0"/>
              <a:t>Routing </a:t>
            </a:r>
            <a:r>
              <a:rPr lang="en-US" altLang="zh-CN" dirty="0"/>
              <a:t>example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2E4A67-D01E-C04D-A31C-1A84810271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204591-24BD-A542-B9D5-F8D8A88D2FE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sz="quarter" idx="1"/>
          </p:nvPr>
        </p:nvSpPr>
        <p:spPr>
          <a:xfrm>
            <a:off x="990600" y="1752600"/>
            <a:ext cx="8420100" cy="4419600"/>
          </a:xfrm>
        </p:spPr>
        <p:txBody>
          <a:bodyPr/>
          <a:lstStyle/>
          <a:p>
            <a:r>
              <a:rPr lang="en-US" dirty="0"/>
              <a:t>Host A to Host B - IP and Ethernet Addresses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529237" y="4768306"/>
            <a:ext cx="2864458" cy="899744"/>
            <a:chOff x="3529237" y="4768306"/>
            <a:chExt cx="2864458" cy="899744"/>
          </a:xfrm>
        </p:grpSpPr>
        <p:grpSp>
          <p:nvGrpSpPr>
            <p:cNvPr id="9" name="Group 8"/>
            <p:cNvGrpSpPr/>
            <p:nvPr/>
          </p:nvGrpSpPr>
          <p:grpSpPr>
            <a:xfrm>
              <a:off x="3795482" y="4768306"/>
              <a:ext cx="2598213" cy="867994"/>
              <a:chOff x="3795482" y="4768306"/>
              <a:chExt cx="2598213" cy="867994"/>
            </a:xfrm>
          </p:grpSpPr>
          <p:sp>
            <p:nvSpPr>
              <p:cNvPr id="10" name="Rectangle 9"/>
              <p:cNvSpPr/>
              <p:nvPr/>
            </p:nvSpPr>
            <p:spPr>
              <a:xfrm>
                <a:off x="4243773" y="5217200"/>
                <a:ext cx="189590" cy="419100"/>
              </a:xfrm>
              <a:prstGeom prst="rect">
                <a:avLst/>
              </a:prstGeom>
              <a:solidFill>
                <a:srgbClr val="CCFFCC"/>
              </a:solidFill>
              <a:ln>
                <a:solidFill>
                  <a:srgbClr val="CCFF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00FF"/>
                  </a:solidFill>
                </a:endParaRP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3795482" y="4768306"/>
                <a:ext cx="2598213" cy="276999"/>
              </a:xfrm>
              <a:prstGeom prst="rect">
                <a:avLst/>
              </a:prstGeom>
              <a:solidFill>
                <a:srgbClr val="CCFFCC"/>
              </a:solidFill>
              <a:ln>
                <a:solidFill>
                  <a:srgbClr val="CCFFCC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ln>
                      <a:solidFill>
                        <a:srgbClr val="008000"/>
                      </a:solidFill>
                    </a:ln>
                    <a:solidFill>
                      <a:srgbClr val="008000"/>
                    </a:solidFill>
                    <a:latin typeface="Times Roman" charset="0"/>
                  </a:rPr>
                  <a:t>Destination IP: 158.147.103.222</a:t>
                </a:r>
              </a:p>
            </p:txBody>
          </p:sp>
          <p:cxnSp>
            <p:nvCxnSpPr>
              <p:cNvPr id="12" name="Straight Arrow Connector 11"/>
              <p:cNvCxnSpPr>
                <a:stCxn id="10" idx="0"/>
                <a:endCxn id="11" idx="2"/>
              </p:cNvCxnSpPr>
              <p:nvPr/>
            </p:nvCxnSpPr>
            <p:spPr>
              <a:xfrm flipV="1">
                <a:off x="4338568" y="5045305"/>
                <a:ext cx="756021" cy="171895"/>
              </a:xfrm>
              <a:prstGeom prst="straightConnector1">
                <a:avLst/>
              </a:prstGeom>
              <a:ln w="38100" cmpd="sng">
                <a:solidFill>
                  <a:schemeClr val="tx1">
                    <a:lumMod val="50000"/>
                    <a:lumOff val="50000"/>
                  </a:schemeClr>
                </a:solidFill>
                <a:headEnd type="none"/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Rectangle 18"/>
            <p:cNvSpPr/>
            <p:nvPr/>
          </p:nvSpPr>
          <p:spPr>
            <a:xfrm>
              <a:off x="3529237" y="5191800"/>
              <a:ext cx="2766880" cy="476250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00FF"/>
                  </a:solidFill>
                </a:rPr>
                <a:t>Ethernet Frame</a:t>
              </a:r>
            </a:p>
          </p:txBody>
        </p:sp>
      </p:grp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058634"/>
              </p:ext>
            </p:extLst>
          </p:nvPr>
        </p:nvGraphicFramePr>
        <p:xfrm>
          <a:off x="150913" y="2279650"/>
          <a:ext cx="2800392" cy="1005840"/>
        </p:xfrm>
        <a:graphic>
          <a:graphicData uri="http://schemas.openxmlformats.org/drawingml/2006/table">
            <a:tbl>
              <a:tblPr firstRow="1" bandRow="1">
                <a:tableStyleId>{91EBBBCC-DAD2-459C-BE2E-F6DE35CF9A28}</a:tableStyleId>
              </a:tblPr>
              <a:tblGrid>
                <a:gridCol w="1027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4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82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3431">
                <a:tc>
                  <a:txBody>
                    <a:bodyPr/>
                    <a:lstStyle/>
                    <a:p>
                      <a:r>
                        <a:rPr lang="en-US" sz="1200" dirty="0"/>
                        <a:t>Network Destination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Gateway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Interface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059">
                <a:tc>
                  <a:txBody>
                    <a:bodyPr/>
                    <a:lstStyle/>
                    <a:p>
                      <a:r>
                        <a:rPr lang="en-US" sz="1200" dirty="0"/>
                        <a:t>158.147.0.0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154.207.0.1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059">
                <a:tc>
                  <a:txBody>
                    <a:bodyPr/>
                    <a:lstStyle/>
                    <a:p>
                      <a:r>
                        <a:rPr lang="en-US" sz="1200" dirty="0"/>
                        <a:t>158.132.0.0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Directly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21" name="组合 94">
            <a:extLst>
              <a:ext uri="{FF2B5EF4-FFF2-40B4-BE49-F238E27FC236}">
                <a16:creationId xmlns:a16="http://schemas.microsoft.com/office/drawing/2014/main" id="{0F378960-FB47-49E2-BE24-C095703932C5}"/>
              </a:ext>
            </a:extLst>
          </p:cNvPr>
          <p:cNvGrpSpPr/>
          <p:nvPr/>
        </p:nvGrpSpPr>
        <p:grpSpPr>
          <a:xfrm>
            <a:off x="1302205" y="2054999"/>
            <a:ext cx="7388479" cy="4062549"/>
            <a:chOff x="1302205" y="2054999"/>
            <a:chExt cx="7388479" cy="4062549"/>
          </a:xfrm>
        </p:grpSpPr>
        <p:cxnSp>
          <p:nvCxnSpPr>
            <p:cNvPr id="22" name="Straight Arrow Connector 16">
              <a:extLst>
                <a:ext uri="{FF2B5EF4-FFF2-40B4-BE49-F238E27FC236}">
                  <a16:creationId xmlns:a16="http://schemas.microsoft.com/office/drawing/2014/main" id="{C97412AB-FADC-43B1-A45C-3EC8A9F35D87}"/>
                </a:ext>
              </a:extLst>
            </p:cNvPr>
            <p:cNvCxnSpPr/>
            <p:nvPr/>
          </p:nvCxnSpPr>
          <p:spPr>
            <a:xfrm flipV="1">
              <a:off x="4183859" y="3115449"/>
              <a:ext cx="421947" cy="369500"/>
            </a:xfrm>
            <a:prstGeom prst="straightConnector1">
              <a:avLst/>
            </a:prstGeom>
            <a:ln w="38100" cmpd="sng">
              <a:solidFill>
                <a:schemeClr val="tx1">
                  <a:lumMod val="50000"/>
                  <a:lumOff val="50000"/>
                </a:schemeClr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17">
              <a:extLst>
                <a:ext uri="{FF2B5EF4-FFF2-40B4-BE49-F238E27FC236}">
                  <a16:creationId xmlns:a16="http://schemas.microsoft.com/office/drawing/2014/main" id="{96EBBFCF-0356-4195-BD98-7EF24CB38C4A}"/>
                </a:ext>
              </a:extLst>
            </p:cNvPr>
            <p:cNvCxnSpPr/>
            <p:nvPr/>
          </p:nvCxnSpPr>
          <p:spPr>
            <a:xfrm flipH="1" flipV="1">
              <a:off x="5155690" y="3115449"/>
              <a:ext cx="443282" cy="369500"/>
            </a:xfrm>
            <a:prstGeom prst="straightConnector1">
              <a:avLst/>
            </a:prstGeom>
            <a:ln w="38100" cmpd="sng">
              <a:solidFill>
                <a:schemeClr val="tx1">
                  <a:lumMod val="50000"/>
                  <a:lumOff val="50000"/>
                </a:schemeClr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37">
              <a:extLst>
                <a:ext uri="{FF2B5EF4-FFF2-40B4-BE49-F238E27FC236}">
                  <a16:creationId xmlns:a16="http://schemas.microsoft.com/office/drawing/2014/main" id="{D37EC644-5D9A-4070-8F31-4141DB82923D}"/>
                </a:ext>
              </a:extLst>
            </p:cNvPr>
            <p:cNvGrpSpPr/>
            <p:nvPr/>
          </p:nvGrpSpPr>
          <p:grpSpPr>
            <a:xfrm>
              <a:off x="1302205" y="4505557"/>
              <a:ext cx="1680139" cy="1611991"/>
              <a:chOff x="1409845" y="4761835"/>
              <a:chExt cx="1680139" cy="1611991"/>
            </a:xfrm>
          </p:grpSpPr>
          <p:pic>
            <p:nvPicPr>
              <p:cNvPr id="72" name="Picture 33" descr="MC900433050.JPG">
                <a:extLst>
                  <a:ext uri="{FF2B5EF4-FFF2-40B4-BE49-F238E27FC236}">
                    <a16:creationId xmlns:a16="http://schemas.microsoft.com/office/drawing/2014/main" id="{A23A9821-409E-43B7-B7D5-AD00BCC2EA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17594" y="5038834"/>
                <a:ext cx="1334992" cy="1334992"/>
              </a:xfrm>
              <a:prstGeom prst="rect">
                <a:avLst/>
              </a:prstGeom>
            </p:spPr>
          </p:pic>
          <p:sp>
            <p:nvSpPr>
              <p:cNvPr id="73" name="TextBox 34">
                <a:extLst>
                  <a:ext uri="{FF2B5EF4-FFF2-40B4-BE49-F238E27FC236}">
                    <a16:creationId xmlns:a16="http://schemas.microsoft.com/office/drawing/2014/main" id="{A5CE698D-5E7E-4026-ACE3-01ACA9F702AA}"/>
                  </a:ext>
                </a:extLst>
              </p:cNvPr>
              <p:cNvSpPr txBox="1"/>
              <p:nvPr/>
            </p:nvSpPr>
            <p:spPr>
              <a:xfrm>
                <a:off x="1409845" y="5432203"/>
                <a:ext cx="41549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 Roman" charset="0"/>
                  </a:rPr>
                  <a:t>A</a:t>
                </a:r>
              </a:p>
            </p:txBody>
          </p:sp>
          <p:sp>
            <p:nvSpPr>
              <p:cNvPr id="74" name="TextBox 35">
                <a:extLst>
                  <a:ext uri="{FF2B5EF4-FFF2-40B4-BE49-F238E27FC236}">
                    <a16:creationId xmlns:a16="http://schemas.microsoft.com/office/drawing/2014/main" id="{CA8D030C-1A54-41CB-B31D-0F5BA62E91F3}"/>
                  </a:ext>
                </a:extLst>
              </p:cNvPr>
              <p:cNvSpPr txBox="1"/>
              <p:nvPr/>
            </p:nvSpPr>
            <p:spPr>
              <a:xfrm>
                <a:off x="1492896" y="4761835"/>
                <a:ext cx="159708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>
                    <a:latin typeface="Courier New"/>
                    <a:cs typeface="Courier New"/>
                  </a:rPr>
                  <a:t>158.132.148.111</a:t>
                </a:r>
                <a:endParaRPr lang="en-US" sz="1200" b="1" i="1" dirty="0">
                  <a:latin typeface="Courier New"/>
                  <a:cs typeface="Courier New"/>
                </a:endParaRPr>
              </a:p>
            </p:txBody>
          </p:sp>
        </p:grpSp>
        <p:grpSp>
          <p:nvGrpSpPr>
            <p:cNvPr id="25" name="Group 38">
              <a:extLst>
                <a:ext uri="{FF2B5EF4-FFF2-40B4-BE49-F238E27FC236}">
                  <a16:creationId xmlns:a16="http://schemas.microsoft.com/office/drawing/2014/main" id="{463179C7-7C44-46B0-BF9D-24F2AC5C3345}"/>
                </a:ext>
              </a:extLst>
            </p:cNvPr>
            <p:cNvGrpSpPr/>
            <p:nvPr/>
          </p:nvGrpSpPr>
          <p:grpSpPr>
            <a:xfrm>
              <a:off x="7010545" y="4505557"/>
              <a:ext cx="1680139" cy="1611991"/>
              <a:chOff x="1409845" y="4761835"/>
              <a:chExt cx="1680139" cy="1611991"/>
            </a:xfrm>
          </p:grpSpPr>
          <p:pic>
            <p:nvPicPr>
              <p:cNvPr id="68" name="Picture 39" descr="MC900433050.JPG">
                <a:extLst>
                  <a:ext uri="{FF2B5EF4-FFF2-40B4-BE49-F238E27FC236}">
                    <a16:creationId xmlns:a16="http://schemas.microsoft.com/office/drawing/2014/main" id="{F02A37D7-99D7-47A2-A523-568DF659BB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17594" y="5038834"/>
                <a:ext cx="1334992" cy="1334992"/>
              </a:xfrm>
              <a:prstGeom prst="rect">
                <a:avLst/>
              </a:prstGeom>
            </p:spPr>
          </p:pic>
          <p:sp>
            <p:nvSpPr>
              <p:cNvPr id="69" name="TextBox 40">
                <a:extLst>
                  <a:ext uri="{FF2B5EF4-FFF2-40B4-BE49-F238E27FC236}">
                    <a16:creationId xmlns:a16="http://schemas.microsoft.com/office/drawing/2014/main" id="{2106CA31-43CA-4D6D-8801-B224F8859881}"/>
                  </a:ext>
                </a:extLst>
              </p:cNvPr>
              <p:cNvSpPr txBox="1"/>
              <p:nvPr/>
            </p:nvSpPr>
            <p:spPr>
              <a:xfrm>
                <a:off x="1409845" y="5432203"/>
                <a:ext cx="38995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 Roman" charset="0"/>
                  </a:rPr>
                  <a:t>B</a:t>
                </a:r>
              </a:p>
            </p:txBody>
          </p:sp>
          <p:sp>
            <p:nvSpPr>
              <p:cNvPr id="70" name="TextBox 41">
                <a:extLst>
                  <a:ext uri="{FF2B5EF4-FFF2-40B4-BE49-F238E27FC236}">
                    <a16:creationId xmlns:a16="http://schemas.microsoft.com/office/drawing/2014/main" id="{44AA2D8B-DA03-403B-8C88-E0C0A25C79A8}"/>
                  </a:ext>
                </a:extLst>
              </p:cNvPr>
              <p:cNvSpPr txBox="1"/>
              <p:nvPr/>
            </p:nvSpPr>
            <p:spPr>
              <a:xfrm>
                <a:off x="1492896" y="4761835"/>
                <a:ext cx="159708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>
                    <a:latin typeface="Courier New"/>
                    <a:cs typeface="Courier New"/>
                  </a:rPr>
                  <a:t>158.147.103.222</a:t>
                </a:r>
                <a:endParaRPr lang="en-US" sz="1200" b="1" i="1" dirty="0">
                  <a:latin typeface="Courier New"/>
                  <a:cs typeface="Courier New"/>
                </a:endParaRPr>
              </a:p>
            </p:txBody>
          </p:sp>
        </p:grpSp>
        <p:grpSp>
          <p:nvGrpSpPr>
            <p:cNvPr id="26" name="Group 46">
              <a:extLst>
                <a:ext uri="{FF2B5EF4-FFF2-40B4-BE49-F238E27FC236}">
                  <a16:creationId xmlns:a16="http://schemas.microsoft.com/office/drawing/2014/main" id="{539CB473-8ED0-45A6-B391-23ACF66E0A05}"/>
                </a:ext>
              </a:extLst>
            </p:cNvPr>
            <p:cNvGrpSpPr/>
            <p:nvPr/>
          </p:nvGrpSpPr>
          <p:grpSpPr>
            <a:xfrm>
              <a:off x="5494042" y="3267849"/>
              <a:ext cx="1227696" cy="1120348"/>
              <a:chOff x="5119392" y="3540899"/>
              <a:chExt cx="1227696" cy="1120348"/>
            </a:xfrm>
          </p:grpSpPr>
          <p:pic>
            <p:nvPicPr>
              <p:cNvPr id="66" name="Picture 13" descr="MC900432567.PNG">
                <a:extLst>
                  <a:ext uri="{FF2B5EF4-FFF2-40B4-BE49-F238E27FC236}">
                    <a16:creationId xmlns:a16="http://schemas.microsoft.com/office/drawing/2014/main" id="{2CC63A1E-1D46-420B-988E-C98D1B9AF9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224322" y="3540899"/>
                <a:ext cx="1060450" cy="1060450"/>
              </a:xfrm>
              <a:prstGeom prst="rect">
                <a:avLst/>
              </a:prstGeom>
            </p:spPr>
          </p:pic>
          <p:sp>
            <p:nvSpPr>
              <p:cNvPr id="65" name="TextBox 43">
                <a:extLst>
                  <a:ext uri="{FF2B5EF4-FFF2-40B4-BE49-F238E27FC236}">
                    <a16:creationId xmlns:a16="http://schemas.microsoft.com/office/drawing/2014/main" id="{DA5321C3-9B5E-4527-B75E-7A1364342523}"/>
                  </a:ext>
                </a:extLst>
              </p:cNvPr>
              <p:cNvSpPr txBox="1"/>
              <p:nvPr/>
            </p:nvSpPr>
            <p:spPr>
              <a:xfrm>
                <a:off x="5119392" y="4384248"/>
                <a:ext cx="122769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>
                    <a:latin typeface="Courier New"/>
                    <a:cs typeface="Courier New"/>
                  </a:rPr>
                  <a:t>158.147.0.1</a:t>
                </a:r>
                <a:endParaRPr lang="en-US" sz="1200" b="1" i="1" dirty="0">
                  <a:latin typeface="Courier New"/>
                  <a:cs typeface="Courier New"/>
                </a:endParaRPr>
              </a:p>
            </p:txBody>
          </p:sp>
        </p:grpSp>
        <p:grpSp>
          <p:nvGrpSpPr>
            <p:cNvPr id="27" name="Group 45">
              <a:extLst>
                <a:ext uri="{FF2B5EF4-FFF2-40B4-BE49-F238E27FC236}">
                  <a16:creationId xmlns:a16="http://schemas.microsoft.com/office/drawing/2014/main" id="{1A24008C-9DEA-43E3-BC4D-0D51398117D8}"/>
                </a:ext>
              </a:extLst>
            </p:cNvPr>
            <p:cNvGrpSpPr/>
            <p:nvPr/>
          </p:nvGrpSpPr>
          <p:grpSpPr>
            <a:xfrm>
              <a:off x="3074692" y="3267849"/>
              <a:ext cx="1227696" cy="1120348"/>
              <a:chOff x="2700042" y="3540899"/>
              <a:chExt cx="1227696" cy="1120348"/>
            </a:xfrm>
          </p:grpSpPr>
          <p:pic>
            <p:nvPicPr>
              <p:cNvPr id="62" name="Picture 10" descr="MC900432567.PNG">
                <a:extLst>
                  <a:ext uri="{FF2B5EF4-FFF2-40B4-BE49-F238E27FC236}">
                    <a16:creationId xmlns:a16="http://schemas.microsoft.com/office/drawing/2014/main" id="{7083A9A4-706D-402F-A5A3-238E044CD5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87978" y="3540899"/>
                <a:ext cx="1060450" cy="1060450"/>
              </a:xfrm>
              <a:prstGeom prst="rect">
                <a:avLst/>
              </a:prstGeom>
            </p:spPr>
          </p:pic>
          <p:sp>
            <p:nvSpPr>
              <p:cNvPr id="61" name="TextBox 44">
                <a:extLst>
                  <a:ext uri="{FF2B5EF4-FFF2-40B4-BE49-F238E27FC236}">
                    <a16:creationId xmlns:a16="http://schemas.microsoft.com/office/drawing/2014/main" id="{6124F80B-DAF0-41D5-B072-97165C7883C0}"/>
                  </a:ext>
                </a:extLst>
              </p:cNvPr>
              <p:cNvSpPr txBox="1"/>
              <p:nvPr/>
            </p:nvSpPr>
            <p:spPr>
              <a:xfrm>
                <a:off x="2700042" y="4384248"/>
                <a:ext cx="122769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>
                    <a:latin typeface="Courier New"/>
                    <a:cs typeface="Courier New"/>
                  </a:rPr>
                  <a:t>158.132.0.1</a:t>
                </a:r>
                <a:endParaRPr lang="en-US" sz="1200" b="1" i="1" dirty="0">
                  <a:latin typeface="Courier New"/>
                  <a:cs typeface="Courier New"/>
                </a:endParaRPr>
              </a:p>
            </p:txBody>
          </p:sp>
        </p:grpSp>
        <p:cxnSp>
          <p:nvCxnSpPr>
            <p:cNvPr id="28" name="Straight Arrow Connector 49">
              <a:extLst>
                <a:ext uri="{FF2B5EF4-FFF2-40B4-BE49-F238E27FC236}">
                  <a16:creationId xmlns:a16="http://schemas.microsoft.com/office/drawing/2014/main" id="{BEF00057-A790-4E58-A28D-5605FF64199A}"/>
                </a:ext>
              </a:extLst>
            </p:cNvPr>
            <p:cNvCxnSpPr/>
            <p:nvPr/>
          </p:nvCxnSpPr>
          <p:spPr>
            <a:xfrm flipV="1">
              <a:off x="2824022" y="4675805"/>
              <a:ext cx="421947" cy="369500"/>
            </a:xfrm>
            <a:prstGeom prst="straightConnector1">
              <a:avLst/>
            </a:prstGeom>
            <a:ln w="38100" cmpd="sng">
              <a:solidFill>
                <a:schemeClr val="tx1">
                  <a:lumMod val="50000"/>
                  <a:lumOff val="50000"/>
                </a:schemeClr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50">
              <a:extLst>
                <a:ext uri="{FF2B5EF4-FFF2-40B4-BE49-F238E27FC236}">
                  <a16:creationId xmlns:a16="http://schemas.microsoft.com/office/drawing/2014/main" id="{757C6E94-CE51-468F-A7C4-9030AE8EB7D2}"/>
                </a:ext>
              </a:extLst>
            </p:cNvPr>
            <p:cNvCxnSpPr/>
            <p:nvPr/>
          </p:nvCxnSpPr>
          <p:spPr>
            <a:xfrm flipH="1" flipV="1">
              <a:off x="6721738" y="4638711"/>
              <a:ext cx="443282" cy="369500"/>
            </a:xfrm>
            <a:prstGeom prst="straightConnector1">
              <a:avLst/>
            </a:prstGeom>
            <a:ln w="38100" cmpd="sng">
              <a:solidFill>
                <a:schemeClr val="tx1">
                  <a:lumMod val="50000"/>
                  <a:lumOff val="50000"/>
                </a:schemeClr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" name="Group 65">
              <a:extLst>
                <a:ext uri="{FF2B5EF4-FFF2-40B4-BE49-F238E27FC236}">
                  <a16:creationId xmlns:a16="http://schemas.microsoft.com/office/drawing/2014/main" id="{F7778D7E-3B59-471C-9E7E-EE78B467FE6A}"/>
                </a:ext>
              </a:extLst>
            </p:cNvPr>
            <p:cNvGrpSpPr/>
            <p:nvPr/>
          </p:nvGrpSpPr>
          <p:grpSpPr>
            <a:xfrm>
              <a:off x="3212868" y="4354046"/>
              <a:ext cx="977572" cy="276999"/>
              <a:chOff x="3162628" y="4354046"/>
              <a:chExt cx="977572" cy="276999"/>
            </a:xfrm>
          </p:grpSpPr>
          <p:pic>
            <p:nvPicPr>
              <p:cNvPr id="58" name="Picture 54" descr="RJ45_Female_pure.jpeg">
                <a:extLst>
                  <a:ext uri="{FF2B5EF4-FFF2-40B4-BE49-F238E27FC236}">
                    <a16:creationId xmlns:a16="http://schemas.microsoft.com/office/drawing/2014/main" id="{D9BFAB31-FD43-4C5C-9772-4D2A539891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62628" y="4421258"/>
                <a:ext cx="203744" cy="168598"/>
              </a:xfrm>
              <a:prstGeom prst="rect">
                <a:avLst/>
              </a:prstGeom>
            </p:spPr>
          </p:pic>
          <p:sp>
            <p:nvSpPr>
              <p:cNvPr id="59" name="TextBox 59">
                <a:extLst>
                  <a:ext uri="{FF2B5EF4-FFF2-40B4-BE49-F238E27FC236}">
                    <a16:creationId xmlns:a16="http://schemas.microsoft.com/office/drawing/2014/main" id="{A73E7F92-60AE-45B0-9DDB-489A21910F43}"/>
                  </a:ext>
                </a:extLst>
              </p:cNvPr>
              <p:cNvSpPr txBox="1"/>
              <p:nvPr/>
            </p:nvSpPr>
            <p:spPr>
              <a:xfrm>
                <a:off x="3293469" y="4354046"/>
                <a:ext cx="8467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Times Roman" charset="0"/>
                  </a:rPr>
                  <a:t>Interface 1</a:t>
                </a:r>
              </a:p>
            </p:txBody>
          </p:sp>
        </p:grpSp>
        <p:grpSp>
          <p:nvGrpSpPr>
            <p:cNvPr id="31" name="Group 66">
              <a:extLst>
                <a:ext uri="{FF2B5EF4-FFF2-40B4-BE49-F238E27FC236}">
                  <a16:creationId xmlns:a16="http://schemas.microsoft.com/office/drawing/2014/main" id="{5F8EB5A8-C2D3-42EC-AAD7-BB4DDFCBBF22}"/>
                </a:ext>
              </a:extLst>
            </p:cNvPr>
            <p:cNvGrpSpPr/>
            <p:nvPr/>
          </p:nvGrpSpPr>
          <p:grpSpPr>
            <a:xfrm>
              <a:off x="2988714" y="3320003"/>
              <a:ext cx="1075846" cy="276999"/>
              <a:chOff x="3038954" y="3340099"/>
              <a:chExt cx="1075846" cy="276999"/>
            </a:xfrm>
          </p:grpSpPr>
          <p:pic>
            <p:nvPicPr>
              <p:cNvPr id="56" name="Picture 53" descr="RJ45_Female_pure.jpeg">
                <a:extLst>
                  <a:ext uri="{FF2B5EF4-FFF2-40B4-BE49-F238E27FC236}">
                    <a16:creationId xmlns:a16="http://schemas.microsoft.com/office/drawing/2014/main" id="{C871F9C5-2133-4852-877D-CAEA2891FD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911056" y="3400650"/>
                <a:ext cx="203744" cy="168598"/>
              </a:xfrm>
              <a:prstGeom prst="rect">
                <a:avLst/>
              </a:prstGeom>
            </p:spPr>
          </p:pic>
          <p:sp>
            <p:nvSpPr>
              <p:cNvPr id="57" name="TextBox 60">
                <a:extLst>
                  <a:ext uri="{FF2B5EF4-FFF2-40B4-BE49-F238E27FC236}">
                    <a16:creationId xmlns:a16="http://schemas.microsoft.com/office/drawing/2014/main" id="{928406CB-D749-44EE-BD83-07DA25AD5F05}"/>
                  </a:ext>
                </a:extLst>
              </p:cNvPr>
              <p:cNvSpPr txBox="1"/>
              <p:nvPr/>
            </p:nvSpPr>
            <p:spPr>
              <a:xfrm>
                <a:off x="3038954" y="3340099"/>
                <a:ext cx="8467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Times Roman" charset="0"/>
                  </a:rPr>
                  <a:t>Interface 2</a:t>
                </a:r>
              </a:p>
            </p:txBody>
          </p:sp>
        </p:grpSp>
        <p:grpSp>
          <p:nvGrpSpPr>
            <p:cNvPr id="32" name="Group 67">
              <a:extLst>
                <a:ext uri="{FF2B5EF4-FFF2-40B4-BE49-F238E27FC236}">
                  <a16:creationId xmlns:a16="http://schemas.microsoft.com/office/drawing/2014/main" id="{385C01DD-2F11-41B2-A176-D198B5DF94D4}"/>
                </a:ext>
              </a:extLst>
            </p:cNvPr>
            <p:cNvGrpSpPr/>
            <p:nvPr/>
          </p:nvGrpSpPr>
          <p:grpSpPr>
            <a:xfrm>
              <a:off x="3350442" y="2911048"/>
              <a:ext cx="1076380" cy="276999"/>
              <a:chOff x="3350442" y="2911048"/>
              <a:chExt cx="1076380" cy="276999"/>
            </a:xfrm>
          </p:grpSpPr>
          <p:pic>
            <p:nvPicPr>
              <p:cNvPr id="54" name="Picture 55" descr="RJ45_Female_pure.jpeg">
                <a:extLst>
                  <a:ext uri="{FF2B5EF4-FFF2-40B4-BE49-F238E27FC236}">
                    <a16:creationId xmlns:a16="http://schemas.microsoft.com/office/drawing/2014/main" id="{E564EDBD-3ADB-47E6-92A7-FA021BB823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223078" y="2991648"/>
                <a:ext cx="203744" cy="168598"/>
              </a:xfrm>
              <a:prstGeom prst="rect">
                <a:avLst/>
              </a:prstGeom>
            </p:spPr>
          </p:pic>
          <p:sp>
            <p:nvSpPr>
              <p:cNvPr id="55" name="TextBox 61">
                <a:extLst>
                  <a:ext uri="{FF2B5EF4-FFF2-40B4-BE49-F238E27FC236}">
                    <a16:creationId xmlns:a16="http://schemas.microsoft.com/office/drawing/2014/main" id="{A1758B41-E898-4E8A-8C47-F0DD8B09C364}"/>
                  </a:ext>
                </a:extLst>
              </p:cNvPr>
              <p:cNvSpPr txBox="1"/>
              <p:nvPr/>
            </p:nvSpPr>
            <p:spPr>
              <a:xfrm>
                <a:off x="3350442" y="2911048"/>
                <a:ext cx="8467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Times Roman" charset="0"/>
                  </a:rPr>
                  <a:t>Interface 1</a:t>
                </a:r>
              </a:p>
            </p:txBody>
          </p:sp>
        </p:grpSp>
        <p:grpSp>
          <p:nvGrpSpPr>
            <p:cNvPr id="33" name="Group 68">
              <a:extLst>
                <a:ext uri="{FF2B5EF4-FFF2-40B4-BE49-F238E27FC236}">
                  <a16:creationId xmlns:a16="http://schemas.microsoft.com/office/drawing/2014/main" id="{3ADFE95A-4EAD-4115-9AF7-12FD2E64C76D}"/>
                </a:ext>
              </a:extLst>
            </p:cNvPr>
            <p:cNvGrpSpPr/>
            <p:nvPr/>
          </p:nvGrpSpPr>
          <p:grpSpPr>
            <a:xfrm>
              <a:off x="5513856" y="2905898"/>
              <a:ext cx="989671" cy="276999"/>
              <a:chOff x="5513856" y="2905898"/>
              <a:chExt cx="989671" cy="276999"/>
            </a:xfrm>
          </p:grpSpPr>
          <p:pic>
            <p:nvPicPr>
              <p:cNvPr id="52" name="Picture 56" descr="RJ45_Female_pure.jpeg">
                <a:extLst>
                  <a:ext uri="{FF2B5EF4-FFF2-40B4-BE49-F238E27FC236}">
                    <a16:creationId xmlns:a16="http://schemas.microsoft.com/office/drawing/2014/main" id="{3E62B6E6-5986-4896-BBCD-E931262F35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13856" y="2991648"/>
                <a:ext cx="203744" cy="168598"/>
              </a:xfrm>
              <a:prstGeom prst="rect">
                <a:avLst/>
              </a:prstGeom>
            </p:spPr>
          </p:pic>
          <p:sp>
            <p:nvSpPr>
              <p:cNvPr id="53" name="TextBox 62">
                <a:extLst>
                  <a:ext uri="{FF2B5EF4-FFF2-40B4-BE49-F238E27FC236}">
                    <a16:creationId xmlns:a16="http://schemas.microsoft.com/office/drawing/2014/main" id="{C31D8289-8CDF-4BA7-8AFE-1800E090ECBE}"/>
                  </a:ext>
                </a:extLst>
              </p:cNvPr>
              <p:cNvSpPr txBox="1"/>
              <p:nvPr/>
            </p:nvSpPr>
            <p:spPr>
              <a:xfrm>
                <a:off x="5656796" y="2905898"/>
                <a:ext cx="8467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Times Roman" charset="0"/>
                  </a:rPr>
                  <a:t>Interface 3</a:t>
                </a:r>
              </a:p>
            </p:txBody>
          </p:sp>
        </p:grpSp>
        <p:grpSp>
          <p:nvGrpSpPr>
            <p:cNvPr id="34" name="Group 69">
              <a:extLst>
                <a:ext uri="{FF2B5EF4-FFF2-40B4-BE49-F238E27FC236}">
                  <a16:creationId xmlns:a16="http://schemas.microsoft.com/office/drawing/2014/main" id="{210F75A5-D0CD-4C62-8BB0-CDFAE1E3894B}"/>
                </a:ext>
              </a:extLst>
            </p:cNvPr>
            <p:cNvGrpSpPr/>
            <p:nvPr/>
          </p:nvGrpSpPr>
          <p:grpSpPr>
            <a:xfrm>
              <a:off x="5650446" y="3313845"/>
              <a:ext cx="987558" cy="276999"/>
              <a:chOff x="5650446" y="3313845"/>
              <a:chExt cx="987558" cy="276999"/>
            </a:xfrm>
          </p:grpSpPr>
          <p:pic>
            <p:nvPicPr>
              <p:cNvPr id="50" name="Picture 57" descr="RJ45_Female_pure.jpeg">
                <a:extLst>
                  <a:ext uri="{FF2B5EF4-FFF2-40B4-BE49-F238E27FC236}">
                    <a16:creationId xmlns:a16="http://schemas.microsoft.com/office/drawing/2014/main" id="{5DC03EB5-BE69-4A0D-9CB0-8E0673B85B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650446" y="3400650"/>
                <a:ext cx="203744" cy="168598"/>
              </a:xfrm>
              <a:prstGeom prst="rect">
                <a:avLst/>
              </a:prstGeom>
            </p:spPr>
          </p:pic>
          <p:sp>
            <p:nvSpPr>
              <p:cNvPr id="51" name="TextBox 63">
                <a:extLst>
                  <a:ext uri="{FF2B5EF4-FFF2-40B4-BE49-F238E27FC236}">
                    <a16:creationId xmlns:a16="http://schemas.microsoft.com/office/drawing/2014/main" id="{782253D7-82CD-4441-AE39-9238EFBDD8E0}"/>
                  </a:ext>
                </a:extLst>
              </p:cNvPr>
              <p:cNvSpPr txBox="1"/>
              <p:nvPr/>
            </p:nvSpPr>
            <p:spPr>
              <a:xfrm>
                <a:off x="5791273" y="3313845"/>
                <a:ext cx="8467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Times Roman" charset="0"/>
                  </a:rPr>
                  <a:t>Interface 7</a:t>
                </a:r>
              </a:p>
            </p:txBody>
          </p:sp>
        </p:grpSp>
        <p:grpSp>
          <p:nvGrpSpPr>
            <p:cNvPr id="35" name="Group 70">
              <a:extLst>
                <a:ext uri="{FF2B5EF4-FFF2-40B4-BE49-F238E27FC236}">
                  <a16:creationId xmlns:a16="http://schemas.microsoft.com/office/drawing/2014/main" id="{D7191453-F6F9-45E4-A170-E912D0D63403}"/>
                </a:ext>
              </a:extLst>
            </p:cNvPr>
            <p:cNvGrpSpPr/>
            <p:nvPr/>
          </p:nvGrpSpPr>
          <p:grpSpPr>
            <a:xfrm>
              <a:off x="5591187" y="4347696"/>
              <a:ext cx="1068235" cy="276999"/>
              <a:chOff x="5591187" y="4347696"/>
              <a:chExt cx="1068235" cy="276999"/>
            </a:xfrm>
          </p:grpSpPr>
          <p:pic>
            <p:nvPicPr>
              <p:cNvPr id="48" name="Picture 58" descr="RJ45_Female_pure.jpeg">
                <a:extLst>
                  <a:ext uri="{FF2B5EF4-FFF2-40B4-BE49-F238E27FC236}">
                    <a16:creationId xmlns:a16="http://schemas.microsoft.com/office/drawing/2014/main" id="{59CAC9E4-33F2-45A0-856F-3DFAF2A4C6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455678" y="4421258"/>
                <a:ext cx="203744" cy="168598"/>
              </a:xfrm>
              <a:prstGeom prst="rect">
                <a:avLst/>
              </a:prstGeom>
            </p:spPr>
          </p:pic>
          <p:sp>
            <p:nvSpPr>
              <p:cNvPr id="49" name="TextBox 64">
                <a:extLst>
                  <a:ext uri="{FF2B5EF4-FFF2-40B4-BE49-F238E27FC236}">
                    <a16:creationId xmlns:a16="http://schemas.microsoft.com/office/drawing/2014/main" id="{7DF36992-7B76-444E-9C0B-9FCDA8FBC4C9}"/>
                  </a:ext>
                </a:extLst>
              </p:cNvPr>
              <p:cNvSpPr txBox="1"/>
              <p:nvPr/>
            </p:nvSpPr>
            <p:spPr>
              <a:xfrm>
                <a:off x="5591187" y="4347696"/>
                <a:ext cx="8467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Times Roman" charset="0"/>
                  </a:rPr>
                  <a:t>Interface 4</a:t>
                </a:r>
              </a:p>
            </p:txBody>
          </p:sp>
        </p:grpSp>
        <p:grpSp>
          <p:nvGrpSpPr>
            <p:cNvPr id="36" name="Group 87">
              <a:extLst>
                <a:ext uri="{FF2B5EF4-FFF2-40B4-BE49-F238E27FC236}">
                  <a16:creationId xmlns:a16="http://schemas.microsoft.com/office/drawing/2014/main" id="{DE510703-729C-4EC1-9F07-C0451BE9D003}"/>
                </a:ext>
              </a:extLst>
            </p:cNvPr>
            <p:cNvGrpSpPr/>
            <p:nvPr/>
          </p:nvGrpSpPr>
          <p:grpSpPr>
            <a:xfrm>
              <a:off x="1631514" y="3391246"/>
              <a:ext cx="6618846" cy="277000"/>
              <a:chOff x="1631514" y="3391246"/>
              <a:chExt cx="6618846" cy="277000"/>
            </a:xfrm>
          </p:grpSpPr>
          <p:sp>
            <p:nvSpPr>
              <p:cNvPr id="45" name="TextBox 84">
                <a:extLst>
                  <a:ext uri="{FF2B5EF4-FFF2-40B4-BE49-F238E27FC236}">
                    <a16:creationId xmlns:a16="http://schemas.microsoft.com/office/drawing/2014/main" id="{003336D3-A0F2-46F6-B46B-EFD25870F9D9}"/>
                  </a:ext>
                </a:extLst>
              </p:cNvPr>
              <p:cNvSpPr txBox="1"/>
              <p:nvPr/>
            </p:nvSpPr>
            <p:spPr>
              <a:xfrm>
                <a:off x="1631514" y="3391247"/>
                <a:ext cx="122769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>
                    <a:latin typeface="Courier New"/>
                    <a:cs typeface="Courier New"/>
                  </a:rPr>
                  <a:t>154.207.0.2</a:t>
                </a:r>
                <a:endParaRPr lang="en-US" sz="1200" b="1" i="1" dirty="0">
                  <a:latin typeface="Courier New"/>
                  <a:cs typeface="Courier New"/>
                </a:endParaRPr>
              </a:p>
            </p:txBody>
          </p:sp>
          <p:sp>
            <p:nvSpPr>
              <p:cNvPr id="47" name="TextBox 86">
                <a:extLst>
                  <a:ext uri="{FF2B5EF4-FFF2-40B4-BE49-F238E27FC236}">
                    <a16:creationId xmlns:a16="http://schemas.microsoft.com/office/drawing/2014/main" id="{CCFF83B0-E8DF-4EB9-9A48-3911FE9E01E4}"/>
                  </a:ext>
                </a:extLst>
              </p:cNvPr>
              <p:cNvSpPr txBox="1"/>
              <p:nvPr/>
            </p:nvSpPr>
            <p:spPr>
              <a:xfrm>
                <a:off x="7022664" y="3391246"/>
                <a:ext cx="122769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>
                    <a:latin typeface="Courier New"/>
                    <a:cs typeface="Courier New"/>
                  </a:rPr>
                  <a:t>154.207.0.3</a:t>
                </a:r>
                <a:endParaRPr lang="en-US" sz="1200" b="1" i="1" dirty="0">
                  <a:latin typeface="Courier New"/>
                  <a:cs typeface="Courier New"/>
                </a:endParaRPr>
              </a:p>
            </p:txBody>
          </p:sp>
        </p:grpSp>
        <p:grpSp>
          <p:nvGrpSpPr>
            <p:cNvPr id="37" name="Group 6">
              <a:extLst>
                <a:ext uri="{FF2B5EF4-FFF2-40B4-BE49-F238E27FC236}">
                  <a16:creationId xmlns:a16="http://schemas.microsoft.com/office/drawing/2014/main" id="{024C3C03-B1C7-4201-B12B-4EB6448D543B}"/>
                </a:ext>
              </a:extLst>
            </p:cNvPr>
            <p:cNvGrpSpPr/>
            <p:nvPr/>
          </p:nvGrpSpPr>
          <p:grpSpPr>
            <a:xfrm>
              <a:off x="3120326" y="2054999"/>
              <a:ext cx="3585601" cy="1060450"/>
              <a:chOff x="3120326" y="2054999"/>
              <a:chExt cx="3585601" cy="1060450"/>
            </a:xfrm>
          </p:grpSpPr>
          <p:pic>
            <p:nvPicPr>
              <p:cNvPr id="38" name="Picture 7" descr="MC900432567.PNG">
                <a:extLst>
                  <a:ext uri="{FF2B5EF4-FFF2-40B4-BE49-F238E27FC236}">
                    <a16:creationId xmlns:a16="http://schemas.microsoft.com/office/drawing/2014/main" id="{0AF2F052-1ADA-4021-8727-E79D4FBD50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453406" y="2054999"/>
                <a:ext cx="1060450" cy="1060450"/>
              </a:xfrm>
              <a:prstGeom prst="rect">
                <a:avLst/>
              </a:prstGeom>
            </p:spPr>
          </p:pic>
          <p:grpSp>
            <p:nvGrpSpPr>
              <p:cNvPr id="39" name="Group 15">
                <a:extLst>
                  <a:ext uri="{FF2B5EF4-FFF2-40B4-BE49-F238E27FC236}">
                    <a16:creationId xmlns:a16="http://schemas.microsoft.com/office/drawing/2014/main" id="{7AC91CB1-04E4-4116-8706-5DD1345D7BFF}"/>
                  </a:ext>
                </a:extLst>
              </p:cNvPr>
              <p:cNvGrpSpPr/>
              <p:nvPr/>
            </p:nvGrpSpPr>
            <p:grpSpPr>
              <a:xfrm>
                <a:off x="3120326" y="2692747"/>
                <a:ext cx="3585601" cy="290899"/>
                <a:chOff x="3120326" y="2692747"/>
                <a:chExt cx="3585601" cy="290899"/>
              </a:xfrm>
            </p:grpSpPr>
            <p:sp>
              <p:nvSpPr>
                <p:cNvPr id="41" name="TextBox 47">
                  <a:extLst>
                    <a:ext uri="{FF2B5EF4-FFF2-40B4-BE49-F238E27FC236}">
                      <a16:creationId xmlns:a16="http://schemas.microsoft.com/office/drawing/2014/main" id="{05696FAC-2EF1-4CC3-A79F-9FA04D86EA55}"/>
                    </a:ext>
                  </a:extLst>
                </p:cNvPr>
                <p:cNvSpPr txBox="1"/>
                <p:nvPr/>
              </p:nvSpPr>
              <p:spPr>
                <a:xfrm>
                  <a:off x="3120326" y="2692747"/>
                  <a:ext cx="122769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b="1" dirty="0">
                      <a:latin typeface="Courier New"/>
                      <a:cs typeface="Courier New"/>
                    </a:rPr>
                    <a:t>154.207.0.1   </a:t>
                  </a:r>
                  <a:endParaRPr lang="en-US" sz="1200" b="1" i="1" dirty="0">
                    <a:latin typeface="Courier New"/>
                    <a:cs typeface="Courier New"/>
                  </a:endParaRPr>
                </a:p>
              </p:txBody>
            </p:sp>
            <p:sp>
              <p:nvSpPr>
                <p:cNvPr id="43" name="TextBox 72">
                  <a:extLst>
                    <a:ext uri="{FF2B5EF4-FFF2-40B4-BE49-F238E27FC236}">
                      <a16:creationId xmlns:a16="http://schemas.microsoft.com/office/drawing/2014/main" id="{2B401BE1-BE6A-4C43-B86A-FA3F7FEBA5EA}"/>
                    </a:ext>
                  </a:extLst>
                </p:cNvPr>
                <p:cNvSpPr txBox="1"/>
                <p:nvPr/>
              </p:nvSpPr>
              <p:spPr>
                <a:xfrm>
                  <a:off x="5505433" y="2706647"/>
                  <a:ext cx="120049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b="1" dirty="0">
                      <a:latin typeface="Courier New"/>
                      <a:cs typeface="Courier New"/>
                    </a:rPr>
                    <a:t>154.207.0.5   </a:t>
                  </a:r>
                  <a:endParaRPr lang="en-US" sz="1200" b="1" i="1" dirty="0">
                    <a:latin typeface="Courier New"/>
                    <a:cs typeface="Courier New"/>
                  </a:endParaRPr>
                </a:p>
              </p:txBody>
            </p:sp>
          </p:grpSp>
        </p:grpSp>
      </p:grpSp>
      <p:sp>
        <p:nvSpPr>
          <p:cNvPr id="76" name="Oval 75"/>
          <p:cNvSpPr/>
          <p:nvPr/>
        </p:nvSpPr>
        <p:spPr>
          <a:xfrm>
            <a:off x="2599368" y="4421258"/>
            <a:ext cx="899847" cy="817492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63795" y="2692747"/>
            <a:ext cx="3010897" cy="369430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29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  <p:bldP spid="7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3837"/>
            <a:ext cx="10515600" cy="894622"/>
          </a:xfrm>
        </p:spPr>
        <p:txBody>
          <a:bodyPr/>
          <a:lstStyle/>
          <a:p>
            <a:r>
              <a:rPr lang="en-US" dirty="0"/>
              <a:t>Routing </a:t>
            </a:r>
            <a:r>
              <a:rPr lang="en-US" altLang="zh-CN" dirty="0"/>
              <a:t>example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2E4A67-D01E-C04D-A31C-1A84810271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204591-24BD-A542-B9D5-F8D8A88D2FEE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sz="quarter" idx="1"/>
          </p:nvPr>
        </p:nvSpPr>
        <p:spPr>
          <a:xfrm>
            <a:off x="990600" y="1752600"/>
            <a:ext cx="8420100" cy="4419600"/>
          </a:xfrm>
        </p:spPr>
        <p:txBody>
          <a:bodyPr/>
          <a:lstStyle/>
          <a:p>
            <a:r>
              <a:rPr lang="en-US" dirty="0"/>
              <a:t>Host A to Host B (cont’d) - IP and Ethernet Addresses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529237" y="4768306"/>
            <a:ext cx="2864458" cy="899744"/>
            <a:chOff x="3529237" y="4768306"/>
            <a:chExt cx="2864458" cy="899744"/>
          </a:xfrm>
        </p:grpSpPr>
        <p:grpSp>
          <p:nvGrpSpPr>
            <p:cNvPr id="9" name="Group 8"/>
            <p:cNvGrpSpPr/>
            <p:nvPr/>
          </p:nvGrpSpPr>
          <p:grpSpPr>
            <a:xfrm>
              <a:off x="3795482" y="4768306"/>
              <a:ext cx="2598213" cy="867994"/>
              <a:chOff x="3795482" y="4768306"/>
              <a:chExt cx="2598213" cy="867994"/>
            </a:xfrm>
          </p:grpSpPr>
          <p:sp>
            <p:nvSpPr>
              <p:cNvPr id="10" name="Rectangle 9"/>
              <p:cNvSpPr/>
              <p:nvPr/>
            </p:nvSpPr>
            <p:spPr>
              <a:xfrm>
                <a:off x="4243773" y="5217200"/>
                <a:ext cx="189590" cy="419100"/>
              </a:xfrm>
              <a:prstGeom prst="rect">
                <a:avLst/>
              </a:prstGeom>
              <a:solidFill>
                <a:srgbClr val="CCFFCC"/>
              </a:solidFill>
              <a:ln>
                <a:solidFill>
                  <a:srgbClr val="CCFF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00FF"/>
                  </a:solidFill>
                </a:endParaRP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3795482" y="4768306"/>
                <a:ext cx="2598213" cy="276999"/>
              </a:xfrm>
              <a:prstGeom prst="rect">
                <a:avLst/>
              </a:prstGeom>
              <a:solidFill>
                <a:srgbClr val="CCFFCC"/>
              </a:solidFill>
              <a:ln>
                <a:solidFill>
                  <a:srgbClr val="CCFFCC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ln>
                      <a:solidFill>
                        <a:srgbClr val="008000"/>
                      </a:solidFill>
                    </a:ln>
                    <a:solidFill>
                      <a:srgbClr val="008000"/>
                    </a:solidFill>
                    <a:latin typeface="Times Roman" charset="0"/>
                  </a:rPr>
                  <a:t>Destination IP: 158.147.103.222</a:t>
                </a:r>
              </a:p>
            </p:txBody>
          </p:sp>
          <p:cxnSp>
            <p:nvCxnSpPr>
              <p:cNvPr id="12" name="Straight Arrow Connector 11"/>
              <p:cNvCxnSpPr>
                <a:stCxn id="10" idx="0"/>
                <a:endCxn id="11" idx="2"/>
              </p:cNvCxnSpPr>
              <p:nvPr/>
            </p:nvCxnSpPr>
            <p:spPr>
              <a:xfrm flipV="1">
                <a:off x="4338568" y="5045305"/>
                <a:ext cx="756021" cy="171895"/>
              </a:xfrm>
              <a:prstGeom prst="straightConnector1">
                <a:avLst/>
              </a:prstGeom>
              <a:ln w="38100" cmpd="sng">
                <a:solidFill>
                  <a:schemeClr val="tx1">
                    <a:lumMod val="50000"/>
                    <a:lumOff val="50000"/>
                  </a:schemeClr>
                </a:solidFill>
                <a:headEnd type="none"/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Rectangle 18"/>
            <p:cNvSpPr/>
            <p:nvPr/>
          </p:nvSpPr>
          <p:spPr>
            <a:xfrm>
              <a:off x="3529237" y="5191800"/>
              <a:ext cx="2766880" cy="476250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00FF"/>
                  </a:solidFill>
                </a:rPr>
                <a:t>Ethernet Frame</a:t>
              </a:r>
            </a:p>
          </p:txBody>
        </p:sp>
      </p:grpSp>
      <p:sp>
        <p:nvSpPr>
          <p:cNvPr id="20" name="Oval 19"/>
          <p:cNvSpPr/>
          <p:nvPr/>
        </p:nvSpPr>
        <p:spPr>
          <a:xfrm>
            <a:off x="3921352" y="2861254"/>
            <a:ext cx="899847" cy="817492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8163283"/>
              </p:ext>
            </p:extLst>
          </p:nvPr>
        </p:nvGraphicFramePr>
        <p:xfrm>
          <a:off x="4817922" y="762000"/>
          <a:ext cx="2743482" cy="1005840"/>
        </p:xfrm>
        <a:graphic>
          <a:graphicData uri="http://schemas.openxmlformats.org/drawingml/2006/table">
            <a:tbl>
              <a:tblPr firstRow="1" bandRow="1">
                <a:tableStyleId>{91EBBBCC-DAD2-459C-BE2E-F6DE35CF9A28}</a:tableStyleId>
              </a:tblPr>
              <a:tblGrid>
                <a:gridCol w="1027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51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07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6597">
                <a:tc>
                  <a:txBody>
                    <a:bodyPr/>
                    <a:lstStyle/>
                    <a:p>
                      <a:r>
                        <a:rPr lang="en-US" sz="1200" dirty="0"/>
                        <a:t>Network Destination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Gateway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Interface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684">
                <a:tc>
                  <a:txBody>
                    <a:bodyPr/>
                    <a:lstStyle/>
                    <a:p>
                      <a:r>
                        <a:rPr lang="en-US" sz="1200" dirty="0"/>
                        <a:t>158.147.0.0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154.207.0.3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684">
                <a:tc>
                  <a:txBody>
                    <a:bodyPr/>
                    <a:lstStyle/>
                    <a:p>
                      <a:r>
                        <a:rPr lang="en-US" sz="1200" dirty="0"/>
                        <a:t>158.132.0.0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154.207.0.2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22" name="组合 97">
            <a:extLst>
              <a:ext uri="{FF2B5EF4-FFF2-40B4-BE49-F238E27FC236}">
                <a16:creationId xmlns:a16="http://schemas.microsoft.com/office/drawing/2014/main" id="{D18575E5-16F9-4739-AC6A-FD497D89A407}"/>
              </a:ext>
            </a:extLst>
          </p:cNvPr>
          <p:cNvGrpSpPr/>
          <p:nvPr/>
        </p:nvGrpSpPr>
        <p:grpSpPr>
          <a:xfrm>
            <a:off x="1302205" y="2054999"/>
            <a:ext cx="7388479" cy="4062549"/>
            <a:chOff x="1302205" y="2054999"/>
            <a:chExt cx="7388479" cy="4062549"/>
          </a:xfrm>
        </p:grpSpPr>
        <p:cxnSp>
          <p:nvCxnSpPr>
            <p:cNvPr id="23" name="Straight Arrow Connector 16">
              <a:extLst>
                <a:ext uri="{FF2B5EF4-FFF2-40B4-BE49-F238E27FC236}">
                  <a16:creationId xmlns:a16="http://schemas.microsoft.com/office/drawing/2014/main" id="{06D026C9-3DB5-4C4D-BDAF-AEDD309367C4}"/>
                </a:ext>
              </a:extLst>
            </p:cNvPr>
            <p:cNvCxnSpPr/>
            <p:nvPr/>
          </p:nvCxnSpPr>
          <p:spPr>
            <a:xfrm flipV="1">
              <a:off x="4183859" y="3115449"/>
              <a:ext cx="421947" cy="369500"/>
            </a:xfrm>
            <a:prstGeom prst="straightConnector1">
              <a:avLst/>
            </a:prstGeom>
            <a:ln w="38100" cmpd="sng">
              <a:solidFill>
                <a:schemeClr val="tx1">
                  <a:lumMod val="50000"/>
                  <a:lumOff val="50000"/>
                </a:schemeClr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17">
              <a:extLst>
                <a:ext uri="{FF2B5EF4-FFF2-40B4-BE49-F238E27FC236}">
                  <a16:creationId xmlns:a16="http://schemas.microsoft.com/office/drawing/2014/main" id="{11411849-3C0F-4C2C-BCA3-11AAE892064F}"/>
                </a:ext>
              </a:extLst>
            </p:cNvPr>
            <p:cNvCxnSpPr/>
            <p:nvPr/>
          </p:nvCxnSpPr>
          <p:spPr>
            <a:xfrm flipH="1" flipV="1">
              <a:off x="5155690" y="3115449"/>
              <a:ext cx="443282" cy="369500"/>
            </a:xfrm>
            <a:prstGeom prst="straightConnector1">
              <a:avLst/>
            </a:prstGeom>
            <a:ln w="38100" cmpd="sng">
              <a:solidFill>
                <a:schemeClr val="tx1">
                  <a:lumMod val="50000"/>
                  <a:lumOff val="50000"/>
                </a:schemeClr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37">
              <a:extLst>
                <a:ext uri="{FF2B5EF4-FFF2-40B4-BE49-F238E27FC236}">
                  <a16:creationId xmlns:a16="http://schemas.microsoft.com/office/drawing/2014/main" id="{3D80484E-D6B3-49F7-A2EA-2F04A1D03FA1}"/>
                </a:ext>
              </a:extLst>
            </p:cNvPr>
            <p:cNvGrpSpPr/>
            <p:nvPr/>
          </p:nvGrpSpPr>
          <p:grpSpPr>
            <a:xfrm>
              <a:off x="1302205" y="4505557"/>
              <a:ext cx="1680139" cy="1611991"/>
              <a:chOff x="1409845" y="4761835"/>
              <a:chExt cx="1680139" cy="1611991"/>
            </a:xfrm>
          </p:grpSpPr>
          <p:pic>
            <p:nvPicPr>
              <p:cNvPr id="73" name="Picture 33" descr="MC900433050.JPG">
                <a:extLst>
                  <a:ext uri="{FF2B5EF4-FFF2-40B4-BE49-F238E27FC236}">
                    <a16:creationId xmlns:a16="http://schemas.microsoft.com/office/drawing/2014/main" id="{B46BFCC1-D3D3-43AB-8869-63D7FB5370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17594" y="5038834"/>
                <a:ext cx="1334992" cy="1334992"/>
              </a:xfrm>
              <a:prstGeom prst="rect">
                <a:avLst/>
              </a:prstGeom>
            </p:spPr>
          </p:pic>
          <p:sp>
            <p:nvSpPr>
              <p:cNvPr id="74" name="TextBox 34">
                <a:extLst>
                  <a:ext uri="{FF2B5EF4-FFF2-40B4-BE49-F238E27FC236}">
                    <a16:creationId xmlns:a16="http://schemas.microsoft.com/office/drawing/2014/main" id="{A0539BCA-6511-4D82-BD18-281045E637AA}"/>
                  </a:ext>
                </a:extLst>
              </p:cNvPr>
              <p:cNvSpPr txBox="1"/>
              <p:nvPr/>
            </p:nvSpPr>
            <p:spPr>
              <a:xfrm>
                <a:off x="1409845" y="5432203"/>
                <a:ext cx="41549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 Roman" charset="0"/>
                  </a:rPr>
                  <a:t>A</a:t>
                </a:r>
              </a:p>
            </p:txBody>
          </p:sp>
          <p:sp>
            <p:nvSpPr>
              <p:cNvPr id="75" name="TextBox 35">
                <a:extLst>
                  <a:ext uri="{FF2B5EF4-FFF2-40B4-BE49-F238E27FC236}">
                    <a16:creationId xmlns:a16="http://schemas.microsoft.com/office/drawing/2014/main" id="{78D39C95-F0C2-4877-90E6-B9D6810F06B5}"/>
                  </a:ext>
                </a:extLst>
              </p:cNvPr>
              <p:cNvSpPr txBox="1"/>
              <p:nvPr/>
            </p:nvSpPr>
            <p:spPr>
              <a:xfrm>
                <a:off x="1492896" y="4761835"/>
                <a:ext cx="159708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>
                    <a:latin typeface="Courier New"/>
                    <a:cs typeface="Courier New"/>
                  </a:rPr>
                  <a:t>158.132.148.111</a:t>
                </a:r>
                <a:endParaRPr lang="en-US" sz="1200" b="1" i="1" dirty="0">
                  <a:latin typeface="Courier New"/>
                  <a:cs typeface="Courier New"/>
                </a:endParaRPr>
              </a:p>
            </p:txBody>
          </p:sp>
        </p:grpSp>
        <p:grpSp>
          <p:nvGrpSpPr>
            <p:cNvPr id="26" name="Group 38">
              <a:extLst>
                <a:ext uri="{FF2B5EF4-FFF2-40B4-BE49-F238E27FC236}">
                  <a16:creationId xmlns:a16="http://schemas.microsoft.com/office/drawing/2014/main" id="{096AEDC6-08B6-456D-8A3D-71AB47D5804C}"/>
                </a:ext>
              </a:extLst>
            </p:cNvPr>
            <p:cNvGrpSpPr/>
            <p:nvPr/>
          </p:nvGrpSpPr>
          <p:grpSpPr>
            <a:xfrm>
              <a:off x="7010545" y="4505557"/>
              <a:ext cx="1680139" cy="1611991"/>
              <a:chOff x="1409845" y="4761835"/>
              <a:chExt cx="1680139" cy="1611991"/>
            </a:xfrm>
          </p:grpSpPr>
          <p:pic>
            <p:nvPicPr>
              <p:cNvPr id="69" name="Picture 39" descr="MC900433050.JPG">
                <a:extLst>
                  <a:ext uri="{FF2B5EF4-FFF2-40B4-BE49-F238E27FC236}">
                    <a16:creationId xmlns:a16="http://schemas.microsoft.com/office/drawing/2014/main" id="{3DF09F98-5377-4B46-A379-6A2F825CF8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17594" y="5038834"/>
                <a:ext cx="1334992" cy="1334992"/>
              </a:xfrm>
              <a:prstGeom prst="rect">
                <a:avLst/>
              </a:prstGeom>
            </p:spPr>
          </p:pic>
          <p:sp>
            <p:nvSpPr>
              <p:cNvPr id="70" name="TextBox 40">
                <a:extLst>
                  <a:ext uri="{FF2B5EF4-FFF2-40B4-BE49-F238E27FC236}">
                    <a16:creationId xmlns:a16="http://schemas.microsoft.com/office/drawing/2014/main" id="{218E2F37-580C-46DC-B3EA-48F7467FC7D2}"/>
                  </a:ext>
                </a:extLst>
              </p:cNvPr>
              <p:cNvSpPr txBox="1"/>
              <p:nvPr/>
            </p:nvSpPr>
            <p:spPr>
              <a:xfrm>
                <a:off x="1409845" y="5432203"/>
                <a:ext cx="38995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 Roman" charset="0"/>
                  </a:rPr>
                  <a:t>B</a:t>
                </a:r>
              </a:p>
            </p:txBody>
          </p:sp>
          <p:sp>
            <p:nvSpPr>
              <p:cNvPr id="71" name="TextBox 41">
                <a:extLst>
                  <a:ext uri="{FF2B5EF4-FFF2-40B4-BE49-F238E27FC236}">
                    <a16:creationId xmlns:a16="http://schemas.microsoft.com/office/drawing/2014/main" id="{D1B57F8E-C40D-4348-AC4E-DB24A57091B8}"/>
                  </a:ext>
                </a:extLst>
              </p:cNvPr>
              <p:cNvSpPr txBox="1"/>
              <p:nvPr/>
            </p:nvSpPr>
            <p:spPr>
              <a:xfrm>
                <a:off x="1492896" y="4761835"/>
                <a:ext cx="159708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>
                    <a:latin typeface="Courier New"/>
                    <a:cs typeface="Courier New"/>
                  </a:rPr>
                  <a:t>158.147.103.222</a:t>
                </a:r>
                <a:endParaRPr lang="en-US" sz="1200" b="1" i="1" dirty="0">
                  <a:latin typeface="Courier New"/>
                  <a:cs typeface="Courier New"/>
                </a:endParaRPr>
              </a:p>
            </p:txBody>
          </p:sp>
        </p:grpSp>
        <p:grpSp>
          <p:nvGrpSpPr>
            <p:cNvPr id="27" name="Group 46">
              <a:extLst>
                <a:ext uri="{FF2B5EF4-FFF2-40B4-BE49-F238E27FC236}">
                  <a16:creationId xmlns:a16="http://schemas.microsoft.com/office/drawing/2014/main" id="{F6F88A40-C8CF-470A-9879-EFB7CAD7B81A}"/>
                </a:ext>
              </a:extLst>
            </p:cNvPr>
            <p:cNvGrpSpPr/>
            <p:nvPr/>
          </p:nvGrpSpPr>
          <p:grpSpPr>
            <a:xfrm>
              <a:off x="5494042" y="3267849"/>
              <a:ext cx="1227696" cy="1120348"/>
              <a:chOff x="5119392" y="3540899"/>
              <a:chExt cx="1227696" cy="1120348"/>
            </a:xfrm>
          </p:grpSpPr>
          <p:pic>
            <p:nvPicPr>
              <p:cNvPr id="67" name="Picture 13" descr="MC900432567.PNG">
                <a:extLst>
                  <a:ext uri="{FF2B5EF4-FFF2-40B4-BE49-F238E27FC236}">
                    <a16:creationId xmlns:a16="http://schemas.microsoft.com/office/drawing/2014/main" id="{68AFFB75-3923-48CD-B4C6-34F16CCA34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224322" y="3540899"/>
                <a:ext cx="1060450" cy="1060450"/>
              </a:xfrm>
              <a:prstGeom prst="rect">
                <a:avLst/>
              </a:prstGeom>
            </p:spPr>
          </p:pic>
          <p:sp>
            <p:nvSpPr>
              <p:cNvPr id="66" name="TextBox 43">
                <a:extLst>
                  <a:ext uri="{FF2B5EF4-FFF2-40B4-BE49-F238E27FC236}">
                    <a16:creationId xmlns:a16="http://schemas.microsoft.com/office/drawing/2014/main" id="{C0B62786-BEF5-4991-B86B-7952230B4753}"/>
                  </a:ext>
                </a:extLst>
              </p:cNvPr>
              <p:cNvSpPr txBox="1"/>
              <p:nvPr/>
            </p:nvSpPr>
            <p:spPr>
              <a:xfrm>
                <a:off x="5119392" y="4384248"/>
                <a:ext cx="122769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>
                    <a:latin typeface="Courier New"/>
                    <a:cs typeface="Courier New"/>
                  </a:rPr>
                  <a:t>158.147.0.1</a:t>
                </a:r>
                <a:endParaRPr lang="en-US" sz="1200" b="1" i="1" dirty="0">
                  <a:latin typeface="Courier New"/>
                  <a:cs typeface="Courier New"/>
                </a:endParaRPr>
              </a:p>
            </p:txBody>
          </p:sp>
        </p:grpSp>
        <p:grpSp>
          <p:nvGrpSpPr>
            <p:cNvPr id="28" name="Group 45">
              <a:extLst>
                <a:ext uri="{FF2B5EF4-FFF2-40B4-BE49-F238E27FC236}">
                  <a16:creationId xmlns:a16="http://schemas.microsoft.com/office/drawing/2014/main" id="{16992F4B-13E1-4642-A74F-06DE7BAF2BA7}"/>
                </a:ext>
              </a:extLst>
            </p:cNvPr>
            <p:cNvGrpSpPr/>
            <p:nvPr/>
          </p:nvGrpSpPr>
          <p:grpSpPr>
            <a:xfrm>
              <a:off x="3074692" y="3267849"/>
              <a:ext cx="1227696" cy="1120348"/>
              <a:chOff x="2700042" y="3540899"/>
              <a:chExt cx="1227696" cy="1120348"/>
            </a:xfrm>
          </p:grpSpPr>
          <p:pic>
            <p:nvPicPr>
              <p:cNvPr id="63" name="Picture 10" descr="MC900432567.PNG">
                <a:extLst>
                  <a:ext uri="{FF2B5EF4-FFF2-40B4-BE49-F238E27FC236}">
                    <a16:creationId xmlns:a16="http://schemas.microsoft.com/office/drawing/2014/main" id="{4CC34FDD-918C-4BDE-A2C9-B4F6020C79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87978" y="3540899"/>
                <a:ext cx="1060450" cy="1060450"/>
              </a:xfrm>
              <a:prstGeom prst="rect">
                <a:avLst/>
              </a:prstGeom>
            </p:spPr>
          </p:pic>
          <p:sp>
            <p:nvSpPr>
              <p:cNvPr id="62" name="TextBox 44">
                <a:extLst>
                  <a:ext uri="{FF2B5EF4-FFF2-40B4-BE49-F238E27FC236}">
                    <a16:creationId xmlns:a16="http://schemas.microsoft.com/office/drawing/2014/main" id="{35076666-54E4-49C7-ABC2-3009B455EE14}"/>
                  </a:ext>
                </a:extLst>
              </p:cNvPr>
              <p:cNvSpPr txBox="1"/>
              <p:nvPr/>
            </p:nvSpPr>
            <p:spPr>
              <a:xfrm>
                <a:off x="2700042" y="4384248"/>
                <a:ext cx="122769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>
                    <a:latin typeface="Courier New"/>
                    <a:cs typeface="Courier New"/>
                  </a:rPr>
                  <a:t>158.132.0.1</a:t>
                </a:r>
                <a:endParaRPr lang="en-US" sz="1200" b="1" i="1" dirty="0">
                  <a:latin typeface="Courier New"/>
                  <a:cs typeface="Courier New"/>
                </a:endParaRPr>
              </a:p>
            </p:txBody>
          </p:sp>
        </p:grpSp>
        <p:cxnSp>
          <p:nvCxnSpPr>
            <p:cNvPr id="29" name="Straight Arrow Connector 49">
              <a:extLst>
                <a:ext uri="{FF2B5EF4-FFF2-40B4-BE49-F238E27FC236}">
                  <a16:creationId xmlns:a16="http://schemas.microsoft.com/office/drawing/2014/main" id="{E1E87B3F-AD56-4093-8866-E36A64AB55D9}"/>
                </a:ext>
              </a:extLst>
            </p:cNvPr>
            <p:cNvCxnSpPr/>
            <p:nvPr/>
          </p:nvCxnSpPr>
          <p:spPr>
            <a:xfrm flipV="1">
              <a:off x="2824022" y="4675805"/>
              <a:ext cx="421947" cy="369500"/>
            </a:xfrm>
            <a:prstGeom prst="straightConnector1">
              <a:avLst/>
            </a:prstGeom>
            <a:ln w="38100" cmpd="sng">
              <a:solidFill>
                <a:schemeClr val="tx1">
                  <a:lumMod val="50000"/>
                  <a:lumOff val="50000"/>
                </a:schemeClr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50">
              <a:extLst>
                <a:ext uri="{FF2B5EF4-FFF2-40B4-BE49-F238E27FC236}">
                  <a16:creationId xmlns:a16="http://schemas.microsoft.com/office/drawing/2014/main" id="{AD15612B-7682-4411-A284-D22643974A75}"/>
                </a:ext>
              </a:extLst>
            </p:cNvPr>
            <p:cNvCxnSpPr/>
            <p:nvPr/>
          </p:nvCxnSpPr>
          <p:spPr>
            <a:xfrm flipH="1" flipV="1">
              <a:off x="6721738" y="4638711"/>
              <a:ext cx="443282" cy="369500"/>
            </a:xfrm>
            <a:prstGeom prst="straightConnector1">
              <a:avLst/>
            </a:prstGeom>
            <a:ln w="38100" cmpd="sng">
              <a:solidFill>
                <a:schemeClr val="tx1">
                  <a:lumMod val="50000"/>
                  <a:lumOff val="50000"/>
                </a:schemeClr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" name="Group 65">
              <a:extLst>
                <a:ext uri="{FF2B5EF4-FFF2-40B4-BE49-F238E27FC236}">
                  <a16:creationId xmlns:a16="http://schemas.microsoft.com/office/drawing/2014/main" id="{EEF34CA7-8C71-43A3-BECF-D8DB5058E5A2}"/>
                </a:ext>
              </a:extLst>
            </p:cNvPr>
            <p:cNvGrpSpPr/>
            <p:nvPr/>
          </p:nvGrpSpPr>
          <p:grpSpPr>
            <a:xfrm>
              <a:off x="3212868" y="4354046"/>
              <a:ext cx="977572" cy="276999"/>
              <a:chOff x="3162628" y="4354046"/>
              <a:chExt cx="977572" cy="276999"/>
            </a:xfrm>
          </p:grpSpPr>
          <p:pic>
            <p:nvPicPr>
              <p:cNvPr id="59" name="Picture 54" descr="RJ45_Female_pure.jpeg">
                <a:extLst>
                  <a:ext uri="{FF2B5EF4-FFF2-40B4-BE49-F238E27FC236}">
                    <a16:creationId xmlns:a16="http://schemas.microsoft.com/office/drawing/2014/main" id="{40075607-67DD-43CF-AC94-79E828F1A9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62628" y="4421258"/>
                <a:ext cx="203744" cy="168598"/>
              </a:xfrm>
              <a:prstGeom prst="rect">
                <a:avLst/>
              </a:prstGeom>
            </p:spPr>
          </p:pic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1764DD03-29B7-4417-818C-CD277B11CC05}"/>
                  </a:ext>
                </a:extLst>
              </p:cNvPr>
              <p:cNvSpPr txBox="1"/>
              <p:nvPr/>
            </p:nvSpPr>
            <p:spPr>
              <a:xfrm>
                <a:off x="3293469" y="4354046"/>
                <a:ext cx="8467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Times Roman" charset="0"/>
                  </a:rPr>
                  <a:t>Interface 1</a:t>
                </a:r>
              </a:p>
            </p:txBody>
          </p:sp>
        </p:grpSp>
        <p:grpSp>
          <p:nvGrpSpPr>
            <p:cNvPr id="32" name="Group 66">
              <a:extLst>
                <a:ext uri="{FF2B5EF4-FFF2-40B4-BE49-F238E27FC236}">
                  <a16:creationId xmlns:a16="http://schemas.microsoft.com/office/drawing/2014/main" id="{A4B8A750-CF9B-4192-A553-DF318408FB85}"/>
                </a:ext>
              </a:extLst>
            </p:cNvPr>
            <p:cNvGrpSpPr/>
            <p:nvPr/>
          </p:nvGrpSpPr>
          <p:grpSpPr>
            <a:xfrm>
              <a:off x="2988714" y="3320003"/>
              <a:ext cx="1075846" cy="276999"/>
              <a:chOff x="3038954" y="3340099"/>
              <a:chExt cx="1075846" cy="276999"/>
            </a:xfrm>
          </p:grpSpPr>
          <p:pic>
            <p:nvPicPr>
              <p:cNvPr id="57" name="Picture 53" descr="RJ45_Female_pure.jpeg">
                <a:extLst>
                  <a:ext uri="{FF2B5EF4-FFF2-40B4-BE49-F238E27FC236}">
                    <a16:creationId xmlns:a16="http://schemas.microsoft.com/office/drawing/2014/main" id="{1FBEB265-1A0F-4ACE-A6A5-659B574887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911056" y="3400650"/>
                <a:ext cx="203744" cy="168598"/>
              </a:xfrm>
              <a:prstGeom prst="rect">
                <a:avLst/>
              </a:prstGeom>
            </p:spPr>
          </p:pic>
          <p:sp>
            <p:nvSpPr>
              <p:cNvPr id="58" name="TextBox 60">
                <a:extLst>
                  <a:ext uri="{FF2B5EF4-FFF2-40B4-BE49-F238E27FC236}">
                    <a16:creationId xmlns:a16="http://schemas.microsoft.com/office/drawing/2014/main" id="{5A94764E-BD03-4B2E-8B97-B16F331B9274}"/>
                  </a:ext>
                </a:extLst>
              </p:cNvPr>
              <p:cNvSpPr txBox="1"/>
              <p:nvPr/>
            </p:nvSpPr>
            <p:spPr>
              <a:xfrm>
                <a:off x="3038954" y="3340099"/>
                <a:ext cx="8467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Times Roman" charset="0"/>
                  </a:rPr>
                  <a:t>Interface 2</a:t>
                </a:r>
              </a:p>
            </p:txBody>
          </p:sp>
        </p:grpSp>
        <p:grpSp>
          <p:nvGrpSpPr>
            <p:cNvPr id="33" name="Group 67">
              <a:extLst>
                <a:ext uri="{FF2B5EF4-FFF2-40B4-BE49-F238E27FC236}">
                  <a16:creationId xmlns:a16="http://schemas.microsoft.com/office/drawing/2014/main" id="{094C84AE-DA48-47BA-81E0-2A2247EF1052}"/>
                </a:ext>
              </a:extLst>
            </p:cNvPr>
            <p:cNvGrpSpPr/>
            <p:nvPr/>
          </p:nvGrpSpPr>
          <p:grpSpPr>
            <a:xfrm>
              <a:off x="3350442" y="2911048"/>
              <a:ext cx="1076380" cy="276999"/>
              <a:chOff x="3350442" y="2911048"/>
              <a:chExt cx="1076380" cy="276999"/>
            </a:xfrm>
          </p:grpSpPr>
          <p:pic>
            <p:nvPicPr>
              <p:cNvPr id="55" name="Picture 55" descr="RJ45_Female_pure.jpeg">
                <a:extLst>
                  <a:ext uri="{FF2B5EF4-FFF2-40B4-BE49-F238E27FC236}">
                    <a16:creationId xmlns:a16="http://schemas.microsoft.com/office/drawing/2014/main" id="{269B7407-7D09-4823-BEC2-A4645C5016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223078" y="2991648"/>
                <a:ext cx="203744" cy="168598"/>
              </a:xfrm>
              <a:prstGeom prst="rect">
                <a:avLst/>
              </a:prstGeom>
            </p:spPr>
          </p:pic>
          <p:sp>
            <p:nvSpPr>
              <p:cNvPr id="56" name="TextBox 61">
                <a:extLst>
                  <a:ext uri="{FF2B5EF4-FFF2-40B4-BE49-F238E27FC236}">
                    <a16:creationId xmlns:a16="http://schemas.microsoft.com/office/drawing/2014/main" id="{ACAB0C19-8B72-49C4-BE88-F7FE0E9BFE0F}"/>
                  </a:ext>
                </a:extLst>
              </p:cNvPr>
              <p:cNvSpPr txBox="1"/>
              <p:nvPr/>
            </p:nvSpPr>
            <p:spPr>
              <a:xfrm>
                <a:off x="3350442" y="2911048"/>
                <a:ext cx="8467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Times Roman" charset="0"/>
                  </a:rPr>
                  <a:t>Interface 1</a:t>
                </a:r>
              </a:p>
            </p:txBody>
          </p:sp>
        </p:grpSp>
        <p:grpSp>
          <p:nvGrpSpPr>
            <p:cNvPr id="34" name="Group 68">
              <a:extLst>
                <a:ext uri="{FF2B5EF4-FFF2-40B4-BE49-F238E27FC236}">
                  <a16:creationId xmlns:a16="http://schemas.microsoft.com/office/drawing/2014/main" id="{D79A3649-18BE-4814-8732-DA36ACF8E947}"/>
                </a:ext>
              </a:extLst>
            </p:cNvPr>
            <p:cNvGrpSpPr/>
            <p:nvPr/>
          </p:nvGrpSpPr>
          <p:grpSpPr>
            <a:xfrm>
              <a:off x="5513856" y="2905898"/>
              <a:ext cx="989671" cy="276999"/>
              <a:chOff x="5513856" y="2905898"/>
              <a:chExt cx="989671" cy="276999"/>
            </a:xfrm>
          </p:grpSpPr>
          <p:pic>
            <p:nvPicPr>
              <p:cNvPr id="53" name="Picture 56" descr="RJ45_Female_pure.jpeg">
                <a:extLst>
                  <a:ext uri="{FF2B5EF4-FFF2-40B4-BE49-F238E27FC236}">
                    <a16:creationId xmlns:a16="http://schemas.microsoft.com/office/drawing/2014/main" id="{22B4F49C-18D3-41D5-A84C-77055C81A1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13856" y="2991648"/>
                <a:ext cx="203744" cy="168598"/>
              </a:xfrm>
              <a:prstGeom prst="rect">
                <a:avLst/>
              </a:prstGeom>
            </p:spPr>
          </p:pic>
          <p:sp>
            <p:nvSpPr>
              <p:cNvPr id="54" name="TextBox 62">
                <a:extLst>
                  <a:ext uri="{FF2B5EF4-FFF2-40B4-BE49-F238E27FC236}">
                    <a16:creationId xmlns:a16="http://schemas.microsoft.com/office/drawing/2014/main" id="{10267C9C-D74D-4578-85E9-33DB625AC0BF}"/>
                  </a:ext>
                </a:extLst>
              </p:cNvPr>
              <p:cNvSpPr txBox="1"/>
              <p:nvPr/>
            </p:nvSpPr>
            <p:spPr>
              <a:xfrm>
                <a:off x="5656796" y="2905898"/>
                <a:ext cx="8467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Times Roman" charset="0"/>
                  </a:rPr>
                  <a:t>Interface 3</a:t>
                </a:r>
              </a:p>
            </p:txBody>
          </p:sp>
        </p:grpSp>
        <p:grpSp>
          <p:nvGrpSpPr>
            <p:cNvPr id="35" name="Group 69">
              <a:extLst>
                <a:ext uri="{FF2B5EF4-FFF2-40B4-BE49-F238E27FC236}">
                  <a16:creationId xmlns:a16="http://schemas.microsoft.com/office/drawing/2014/main" id="{81732EBB-C22E-466B-A9E1-3B1176CF2CEF}"/>
                </a:ext>
              </a:extLst>
            </p:cNvPr>
            <p:cNvGrpSpPr/>
            <p:nvPr/>
          </p:nvGrpSpPr>
          <p:grpSpPr>
            <a:xfrm>
              <a:off x="5650446" y="3313845"/>
              <a:ext cx="987558" cy="276999"/>
              <a:chOff x="5650446" y="3313845"/>
              <a:chExt cx="987558" cy="276999"/>
            </a:xfrm>
          </p:grpSpPr>
          <p:pic>
            <p:nvPicPr>
              <p:cNvPr id="51" name="Picture 57" descr="RJ45_Female_pure.jpeg">
                <a:extLst>
                  <a:ext uri="{FF2B5EF4-FFF2-40B4-BE49-F238E27FC236}">
                    <a16:creationId xmlns:a16="http://schemas.microsoft.com/office/drawing/2014/main" id="{8CA2FC60-F113-4412-9E49-22E14BFA8B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650446" y="3400650"/>
                <a:ext cx="203744" cy="168598"/>
              </a:xfrm>
              <a:prstGeom prst="rect">
                <a:avLst/>
              </a:prstGeom>
            </p:spPr>
          </p:pic>
          <p:sp>
            <p:nvSpPr>
              <p:cNvPr id="52" name="TextBox 63">
                <a:extLst>
                  <a:ext uri="{FF2B5EF4-FFF2-40B4-BE49-F238E27FC236}">
                    <a16:creationId xmlns:a16="http://schemas.microsoft.com/office/drawing/2014/main" id="{A4E752C6-ECA7-48FE-AEB8-5FB5FA61A153}"/>
                  </a:ext>
                </a:extLst>
              </p:cNvPr>
              <p:cNvSpPr txBox="1"/>
              <p:nvPr/>
            </p:nvSpPr>
            <p:spPr>
              <a:xfrm>
                <a:off x="5791273" y="3313845"/>
                <a:ext cx="8467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Times Roman" charset="0"/>
                  </a:rPr>
                  <a:t>Interface 7</a:t>
                </a:r>
              </a:p>
            </p:txBody>
          </p:sp>
        </p:grpSp>
        <p:grpSp>
          <p:nvGrpSpPr>
            <p:cNvPr id="36" name="Group 70">
              <a:extLst>
                <a:ext uri="{FF2B5EF4-FFF2-40B4-BE49-F238E27FC236}">
                  <a16:creationId xmlns:a16="http://schemas.microsoft.com/office/drawing/2014/main" id="{63D64155-6B7C-48B0-9E16-32ADFE0B98E0}"/>
                </a:ext>
              </a:extLst>
            </p:cNvPr>
            <p:cNvGrpSpPr/>
            <p:nvPr/>
          </p:nvGrpSpPr>
          <p:grpSpPr>
            <a:xfrm>
              <a:off x="5591187" y="4347696"/>
              <a:ext cx="1068235" cy="276999"/>
              <a:chOff x="5591187" y="4347696"/>
              <a:chExt cx="1068235" cy="276999"/>
            </a:xfrm>
          </p:grpSpPr>
          <p:pic>
            <p:nvPicPr>
              <p:cNvPr id="49" name="Picture 58" descr="RJ45_Female_pure.jpeg">
                <a:extLst>
                  <a:ext uri="{FF2B5EF4-FFF2-40B4-BE49-F238E27FC236}">
                    <a16:creationId xmlns:a16="http://schemas.microsoft.com/office/drawing/2014/main" id="{647572A8-4E7B-40E4-9AE3-E3D49845AF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455678" y="4421258"/>
                <a:ext cx="203744" cy="168598"/>
              </a:xfrm>
              <a:prstGeom prst="rect">
                <a:avLst/>
              </a:prstGeom>
            </p:spPr>
          </p:pic>
          <p:sp>
            <p:nvSpPr>
              <p:cNvPr id="50" name="TextBox 64">
                <a:extLst>
                  <a:ext uri="{FF2B5EF4-FFF2-40B4-BE49-F238E27FC236}">
                    <a16:creationId xmlns:a16="http://schemas.microsoft.com/office/drawing/2014/main" id="{7A51E43F-FDEE-4E4E-88F9-CB1B81AB9266}"/>
                  </a:ext>
                </a:extLst>
              </p:cNvPr>
              <p:cNvSpPr txBox="1"/>
              <p:nvPr/>
            </p:nvSpPr>
            <p:spPr>
              <a:xfrm>
                <a:off x="5591187" y="4347696"/>
                <a:ext cx="8467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Times Roman" charset="0"/>
                  </a:rPr>
                  <a:t>Interface 4</a:t>
                </a:r>
              </a:p>
            </p:txBody>
          </p:sp>
        </p:grpSp>
        <p:grpSp>
          <p:nvGrpSpPr>
            <p:cNvPr id="37" name="Group 87">
              <a:extLst>
                <a:ext uri="{FF2B5EF4-FFF2-40B4-BE49-F238E27FC236}">
                  <a16:creationId xmlns:a16="http://schemas.microsoft.com/office/drawing/2014/main" id="{E3B51C10-90DB-4D7E-81C7-2098744DA324}"/>
                </a:ext>
              </a:extLst>
            </p:cNvPr>
            <p:cNvGrpSpPr/>
            <p:nvPr/>
          </p:nvGrpSpPr>
          <p:grpSpPr>
            <a:xfrm>
              <a:off x="1631514" y="3391246"/>
              <a:ext cx="6618846" cy="277000"/>
              <a:chOff x="1631514" y="3391246"/>
              <a:chExt cx="6618846" cy="277000"/>
            </a:xfrm>
          </p:grpSpPr>
          <p:sp>
            <p:nvSpPr>
              <p:cNvPr id="46" name="TextBox 84">
                <a:extLst>
                  <a:ext uri="{FF2B5EF4-FFF2-40B4-BE49-F238E27FC236}">
                    <a16:creationId xmlns:a16="http://schemas.microsoft.com/office/drawing/2014/main" id="{A3ECE1D4-AA9E-4898-9806-DE2148483565}"/>
                  </a:ext>
                </a:extLst>
              </p:cNvPr>
              <p:cNvSpPr txBox="1"/>
              <p:nvPr/>
            </p:nvSpPr>
            <p:spPr>
              <a:xfrm>
                <a:off x="1631514" y="3391247"/>
                <a:ext cx="122769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>
                    <a:latin typeface="Courier New"/>
                    <a:cs typeface="Courier New"/>
                  </a:rPr>
                  <a:t>154.207.0.2</a:t>
                </a:r>
                <a:endParaRPr lang="en-US" sz="1200" b="1" i="1" dirty="0">
                  <a:latin typeface="Courier New"/>
                  <a:cs typeface="Courier New"/>
                </a:endParaRPr>
              </a:p>
            </p:txBody>
          </p:sp>
          <p:sp>
            <p:nvSpPr>
              <p:cNvPr id="48" name="TextBox 86">
                <a:extLst>
                  <a:ext uri="{FF2B5EF4-FFF2-40B4-BE49-F238E27FC236}">
                    <a16:creationId xmlns:a16="http://schemas.microsoft.com/office/drawing/2014/main" id="{892B3F5A-CE10-4D25-B49E-7C27E8FAB677}"/>
                  </a:ext>
                </a:extLst>
              </p:cNvPr>
              <p:cNvSpPr txBox="1"/>
              <p:nvPr/>
            </p:nvSpPr>
            <p:spPr>
              <a:xfrm>
                <a:off x="7022664" y="3391246"/>
                <a:ext cx="122769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>
                    <a:latin typeface="Courier New"/>
                    <a:cs typeface="Courier New"/>
                  </a:rPr>
                  <a:t>154.207.0.3</a:t>
                </a:r>
                <a:endParaRPr lang="en-US" sz="1200" b="1" i="1" dirty="0">
                  <a:latin typeface="Courier New"/>
                  <a:cs typeface="Courier New"/>
                </a:endParaRPr>
              </a:p>
            </p:txBody>
          </p:sp>
        </p:grpSp>
        <p:grpSp>
          <p:nvGrpSpPr>
            <p:cNvPr id="38" name="Group 6">
              <a:extLst>
                <a:ext uri="{FF2B5EF4-FFF2-40B4-BE49-F238E27FC236}">
                  <a16:creationId xmlns:a16="http://schemas.microsoft.com/office/drawing/2014/main" id="{6A5F48D1-0C89-461E-A251-B6240252EA34}"/>
                </a:ext>
              </a:extLst>
            </p:cNvPr>
            <p:cNvGrpSpPr/>
            <p:nvPr/>
          </p:nvGrpSpPr>
          <p:grpSpPr>
            <a:xfrm>
              <a:off x="3120326" y="2054999"/>
              <a:ext cx="3585601" cy="1060450"/>
              <a:chOff x="3120326" y="2054999"/>
              <a:chExt cx="3585601" cy="1060450"/>
            </a:xfrm>
          </p:grpSpPr>
          <p:pic>
            <p:nvPicPr>
              <p:cNvPr id="39" name="Picture 7" descr="MC900432567.PNG">
                <a:extLst>
                  <a:ext uri="{FF2B5EF4-FFF2-40B4-BE49-F238E27FC236}">
                    <a16:creationId xmlns:a16="http://schemas.microsoft.com/office/drawing/2014/main" id="{52188E88-9C7B-4CB6-965D-55E9A68B98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453406" y="2054999"/>
                <a:ext cx="1060450" cy="1060450"/>
              </a:xfrm>
              <a:prstGeom prst="rect">
                <a:avLst/>
              </a:prstGeom>
            </p:spPr>
          </p:pic>
          <p:grpSp>
            <p:nvGrpSpPr>
              <p:cNvPr id="40" name="Group 15">
                <a:extLst>
                  <a:ext uri="{FF2B5EF4-FFF2-40B4-BE49-F238E27FC236}">
                    <a16:creationId xmlns:a16="http://schemas.microsoft.com/office/drawing/2014/main" id="{1F5DC55A-42C6-464E-B26A-4CDA4F2E31DA}"/>
                  </a:ext>
                </a:extLst>
              </p:cNvPr>
              <p:cNvGrpSpPr/>
              <p:nvPr/>
            </p:nvGrpSpPr>
            <p:grpSpPr>
              <a:xfrm>
                <a:off x="3120326" y="2692747"/>
                <a:ext cx="3585601" cy="290899"/>
                <a:chOff x="3120326" y="2692747"/>
                <a:chExt cx="3585601" cy="290899"/>
              </a:xfrm>
            </p:grpSpPr>
            <p:sp>
              <p:nvSpPr>
                <p:cNvPr id="42" name="TextBox 47">
                  <a:extLst>
                    <a:ext uri="{FF2B5EF4-FFF2-40B4-BE49-F238E27FC236}">
                      <a16:creationId xmlns:a16="http://schemas.microsoft.com/office/drawing/2014/main" id="{02E7476C-68C6-4CE5-8069-E3345E6DB403}"/>
                    </a:ext>
                  </a:extLst>
                </p:cNvPr>
                <p:cNvSpPr txBox="1"/>
                <p:nvPr/>
              </p:nvSpPr>
              <p:spPr>
                <a:xfrm>
                  <a:off x="3120326" y="2692747"/>
                  <a:ext cx="122769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b="1" dirty="0">
                      <a:latin typeface="Courier New"/>
                      <a:cs typeface="Courier New"/>
                    </a:rPr>
                    <a:t>154.207.0.1   </a:t>
                  </a:r>
                  <a:endParaRPr lang="en-US" sz="1200" b="1" i="1" dirty="0">
                    <a:latin typeface="Courier New"/>
                    <a:cs typeface="Courier New"/>
                  </a:endParaRPr>
                </a:p>
              </p:txBody>
            </p:sp>
            <p:sp>
              <p:nvSpPr>
                <p:cNvPr id="44" name="TextBox 72">
                  <a:extLst>
                    <a:ext uri="{FF2B5EF4-FFF2-40B4-BE49-F238E27FC236}">
                      <a16:creationId xmlns:a16="http://schemas.microsoft.com/office/drawing/2014/main" id="{205718C4-5B95-44F9-9183-8A034A6949F5}"/>
                    </a:ext>
                  </a:extLst>
                </p:cNvPr>
                <p:cNvSpPr txBox="1"/>
                <p:nvPr/>
              </p:nvSpPr>
              <p:spPr>
                <a:xfrm>
                  <a:off x="5505433" y="2706647"/>
                  <a:ext cx="120049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b="1" dirty="0">
                      <a:latin typeface="Courier New"/>
                      <a:cs typeface="Courier New"/>
                    </a:rPr>
                    <a:t>154.207.0.5   </a:t>
                  </a:r>
                  <a:endParaRPr lang="en-US" sz="1200" b="1" i="1" dirty="0">
                    <a:latin typeface="Courier New"/>
                    <a:cs typeface="Courier New"/>
                  </a:endParaRPr>
                </a:p>
              </p:txBody>
            </p:sp>
          </p:grpSp>
        </p:grpSp>
      </p:grpSp>
      <p:sp>
        <p:nvSpPr>
          <p:cNvPr id="77" name="Rectangle 76"/>
          <p:cNvSpPr/>
          <p:nvPr/>
        </p:nvSpPr>
        <p:spPr>
          <a:xfrm>
            <a:off x="4709189" y="1158269"/>
            <a:ext cx="3010897" cy="369430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236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7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3837"/>
            <a:ext cx="10515600" cy="894622"/>
          </a:xfrm>
        </p:spPr>
        <p:txBody>
          <a:bodyPr/>
          <a:lstStyle/>
          <a:p>
            <a:r>
              <a:rPr lang="en-US" dirty="0"/>
              <a:t>Routing </a:t>
            </a:r>
            <a:r>
              <a:rPr lang="en-US" altLang="zh-CN" dirty="0"/>
              <a:t>example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2E4A67-D01E-C04D-A31C-1A84810271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204591-24BD-A542-B9D5-F8D8A88D2FEE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sz="quarter" idx="1"/>
          </p:nvPr>
        </p:nvSpPr>
        <p:spPr>
          <a:xfrm>
            <a:off x="990600" y="1752600"/>
            <a:ext cx="8420100" cy="4419600"/>
          </a:xfrm>
        </p:spPr>
        <p:txBody>
          <a:bodyPr/>
          <a:lstStyle/>
          <a:p>
            <a:r>
              <a:rPr lang="en-US" dirty="0"/>
              <a:t>Host A to Host B (cont’d) - IP and Ethernet Addresses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529237" y="4768306"/>
            <a:ext cx="2864458" cy="899744"/>
            <a:chOff x="3529237" y="4768306"/>
            <a:chExt cx="2864458" cy="899744"/>
          </a:xfrm>
        </p:grpSpPr>
        <p:grpSp>
          <p:nvGrpSpPr>
            <p:cNvPr id="9" name="Group 8"/>
            <p:cNvGrpSpPr/>
            <p:nvPr/>
          </p:nvGrpSpPr>
          <p:grpSpPr>
            <a:xfrm>
              <a:off x="3795482" y="4768306"/>
              <a:ext cx="2598213" cy="867994"/>
              <a:chOff x="3795482" y="4768306"/>
              <a:chExt cx="2598213" cy="867994"/>
            </a:xfrm>
          </p:grpSpPr>
          <p:sp>
            <p:nvSpPr>
              <p:cNvPr id="10" name="Rectangle 9"/>
              <p:cNvSpPr/>
              <p:nvPr/>
            </p:nvSpPr>
            <p:spPr>
              <a:xfrm>
                <a:off x="4243773" y="5217200"/>
                <a:ext cx="189590" cy="419100"/>
              </a:xfrm>
              <a:prstGeom prst="rect">
                <a:avLst/>
              </a:prstGeom>
              <a:solidFill>
                <a:srgbClr val="CCFFCC"/>
              </a:solidFill>
              <a:ln>
                <a:solidFill>
                  <a:srgbClr val="CCFF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00FF"/>
                  </a:solidFill>
                </a:endParaRP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3795482" y="4768306"/>
                <a:ext cx="2598213" cy="276999"/>
              </a:xfrm>
              <a:prstGeom prst="rect">
                <a:avLst/>
              </a:prstGeom>
              <a:solidFill>
                <a:srgbClr val="CCFFCC"/>
              </a:solidFill>
              <a:ln>
                <a:solidFill>
                  <a:srgbClr val="CCFFCC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ln>
                      <a:solidFill>
                        <a:srgbClr val="008000"/>
                      </a:solidFill>
                    </a:ln>
                    <a:solidFill>
                      <a:srgbClr val="008000"/>
                    </a:solidFill>
                    <a:latin typeface="Times Roman" charset="0"/>
                  </a:rPr>
                  <a:t>Destination IP: 158.147.103.222</a:t>
                </a:r>
              </a:p>
            </p:txBody>
          </p:sp>
          <p:cxnSp>
            <p:nvCxnSpPr>
              <p:cNvPr id="12" name="Straight Arrow Connector 11"/>
              <p:cNvCxnSpPr>
                <a:stCxn id="10" idx="0"/>
                <a:endCxn id="11" idx="2"/>
              </p:cNvCxnSpPr>
              <p:nvPr/>
            </p:nvCxnSpPr>
            <p:spPr>
              <a:xfrm flipV="1">
                <a:off x="4338568" y="5045305"/>
                <a:ext cx="756021" cy="171895"/>
              </a:xfrm>
              <a:prstGeom prst="straightConnector1">
                <a:avLst/>
              </a:prstGeom>
              <a:ln w="38100" cmpd="sng">
                <a:solidFill>
                  <a:schemeClr val="tx1">
                    <a:lumMod val="50000"/>
                    <a:lumOff val="50000"/>
                  </a:schemeClr>
                </a:solidFill>
                <a:headEnd type="none"/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Rectangle 18"/>
            <p:cNvSpPr/>
            <p:nvPr/>
          </p:nvSpPr>
          <p:spPr>
            <a:xfrm>
              <a:off x="3529237" y="5191800"/>
              <a:ext cx="2766880" cy="476250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00FF"/>
                  </a:solidFill>
                </a:rPr>
                <a:t>Ethernet Frame</a:t>
              </a:r>
            </a:p>
          </p:txBody>
        </p:sp>
      </p:grpSp>
      <p:sp>
        <p:nvSpPr>
          <p:cNvPr id="20" name="Oval 19"/>
          <p:cNvSpPr/>
          <p:nvPr/>
        </p:nvSpPr>
        <p:spPr>
          <a:xfrm>
            <a:off x="4915098" y="2883247"/>
            <a:ext cx="899847" cy="817492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9495001"/>
              </p:ext>
            </p:extLst>
          </p:nvPr>
        </p:nvGraphicFramePr>
        <p:xfrm>
          <a:off x="7001248" y="2285770"/>
          <a:ext cx="2743482" cy="1005840"/>
        </p:xfrm>
        <a:graphic>
          <a:graphicData uri="http://schemas.openxmlformats.org/drawingml/2006/table">
            <a:tbl>
              <a:tblPr firstRow="1" bandRow="1">
                <a:tableStyleId>{91EBBBCC-DAD2-459C-BE2E-F6DE35CF9A28}</a:tableStyleId>
              </a:tblPr>
              <a:tblGrid>
                <a:gridCol w="1027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2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3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714">
                <a:tc>
                  <a:txBody>
                    <a:bodyPr/>
                    <a:lstStyle/>
                    <a:p>
                      <a:r>
                        <a:rPr lang="en-US" sz="1200" dirty="0"/>
                        <a:t>Network Destination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Gateway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Interface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112">
                <a:tc>
                  <a:txBody>
                    <a:bodyPr/>
                    <a:lstStyle/>
                    <a:p>
                      <a:r>
                        <a:rPr lang="en-US" sz="1200" dirty="0"/>
                        <a:t>158.147.0.0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Directly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112">
                <a:tc>
                  <a:txBody>
                    <a:bodyPr/>
                    <a:lstStyle/>
                    <a:p>
                      <a:r>
                        <a:rPr lang="en-US" sz="1200" dirty="0"/>
                        <a:t>158.132.0.0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154.207.0.5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22" name="组合 97">
            <a:extLst>
              <a:ext uri="{FF2B5EF4-FFF2-40B4-BE49-F238E27FC236}">
                <a16:creationId xmlns:a16="http://schemas.microsoft.com/office/drawing/2014/main" id="{1DFA1D2C-0F5A-445E-9BC7-2FB5C57E2D15}"/>
              </a:ext>
            </a:extLst>
          </p:cNvPr>
          <p:cNvGrpSpPr/>
          <p:nvPr/>
        </p:nvGrpSpPr>
        <p:grpSpPr>
          <a:xfrm>
            <a:off x="1302205" y="2054999"/>
            <a:ext cx="7388479" cy="4062549"/>
            <a:chOff x="1302205" y="2054999"/>
            <a:chExt cx="7388479" cy="4062549"/>
          </a:xfrm>
        </p:grpSpPr>
        <p:cxnSp>
          <p:nvCxnSpPr>
            <p:cNvPr id="23" name="Straight Arrow Connector 16">
              <a:extLst>
                <a:ext uri="{FF2B5EF4-FFF2-40B4-BE49-F238E27FC236}">
                  <a16:creationId xmlns:a16="http://schemas.microsoft.com/office/drawing/2014/main" id="{DC46D448-8513-48F5-9EEE-47881183C58E}"/>
                </a:ext>
              </a:extLst>
            </p:cNvPr>
            <p:cNvCxnSpPr/>
            <p:nvPr/>
          </p:nvCxnSpPr>
          <p:spPr>
            <a:xfrm flipV="1">
              <a:off x="4183859" y="3115449"/>
              <a:ext cx="421947" cy="369500"/>
            </a:xfrm>
            <a:prstGeom prst="straightConnector1">
              <a:avLst/>
            </a:prstGeom>
            <a:ln w="38100" cmpd="sng">
              <a:solidFill>
                <a:schemeClr val="tx1">
                  <a:lumMod val="50000"/>
                  <a:lumOff val="50000"/>
                </a:schemeClr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17">
              <a:extLst>
                <a:ext uri="{FF2B5EF4-FFF2-40B4-BE49-F238E27FC236}">
                  <a16:creationId xmlns:a16="http://schemas.microsoft.com/office/drawing/2014/main" id="{C532A7BE-25D2-41F6-A1EC-9FA5CC40D313}"/>
                </a:ext>
              </a:extLst>
            </p:cNvPr>
            <p:cNvCxnSpPr/>
            <p:nvPr/>
          </p:nvCxnSpPr>
          <p:spPr>
            <a:xfrm flipH="1" flipV="1">
              <a:off x="5155690" y="3115449"/>
              <a:ext cx="443282" cy="369500"/>
            </a:xfrm>
            <a:prstGeom prst="straightConnector1">
              <a:avLst/>
            </a:prstGeom>
            <a:ln w="38100" cmpd="sng">
              <a:solidFill>
                <a:schemeClr val="tx1">
                  <a:lumMod val="50000"/>
                  <a:lumOff val="50000"/>
                </a:schemeClr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37">
              <a:extLst>
                <a:ext uri="{FF2B5EF4-FFF2-40B4-BE49-F238E27FC236}">
                  <a16:creationId xmlns:a16="http://schemas.microsoft.com/office/drawing/2014/main" id="{E58D1A60-890E-4349-BF11-11D18FDD182C}"/>
                </a:ext>
              </a:extLst>
            </p:cNvPr>
            <p:cNvGrpSpPr/>
            <p:nvPr/>
          </p:nvGrpSpPr>
          <p:grpSpPr>
            <a:xfrm>
              <a:off x="1302205" y="4505557"/>
              <a:ext cx="1680139" cy="1611991"/>
              <a:chOff x="1409845" y="4761835"/>
              <a:chExt cx="1680139" cy="1611991"/>
            </a:xfrm>
          </p:grpSpPr>
          <p:pic>
            <p:nvPicPr>
              <p:cNvPr id="73" name="Picture 33" descr="MC900433050.JPG">
                <a:extLst>
                  <a:ext uri="{FF2B5EF4-FFF2-40B4-BE49-F238E27FC236}">
                    <a16:creationId xmlns:a16="http://schemas.microsoft.com/office/drawing/2014/main" id="{95289CF9-78A5-46F1-A065-E4337C148C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17594" y="5038834"/>
                <a:ext cx="1334992" cy="1334992"/>
              </a:xfrm>
              <a:prstGeom prst="rect">
                <a:avLst/>
              </a:prstGeom>
            </p:spPr>
          </p:pic>
          <p:sp>
            <p:nvSpPr>
              <p:cNvPr id="74" name="TextBox 34">
                <a:extLst>
                  <a:ext uri="{FF2B5EF4-FFF2-40B4-BE49-F238E27FC236}">
                    <a16:creationId xmlns:a16="http://schemas.microsoft.com/office/drawing/2014/main" id="{9D0F9358-A310-43CF-90A2-017494253046}"/>
                  </a:ext>
                </a:extLst>
              </p:cNvPr>
              <p:cNvSpPr txBox="1"/>
              <p:nvPr/>
            </p:nvSpPr>
            <p:spPr>
              <a:xfrm>
                <a:off x="1409845" y="5432203"/>
                <a:ext cx="41549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 Roman" charset="0"/>
                  </a:rPr>
                  <a:t>A</a:t>
                </a:r>
              </a:p>
            </p:txBody>
          </p:sp>
          <p:sp>
            <p:nvSpPr>
              <p:cNvPr id="75" name="TextBox 35">
                <a:extLst>
                  <a:ext uri="{FF2B5EF4-FFF2-40B4-BE49-F238E27FC236}">
                    <a16:creationId xmlns:a16="http://schemas.microsoft.com/office/drawing/2014/main" id="{805E7435-68C0-45DA-97FF-00F5BF8B0F46}"/>
                  </a:ext>
                </a:extLst>
              </p:cNvPr>
              <p:cNvSpPr txBox="1"/>
              <p:nvPr/>
            </p:nvSpPr>
            <p:spPr>
              <a:xfrm>
                <a:off x="1492896" y="4761835"/>
                <a:ext cx="159708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>
                    <a:latin typeface="Courier New"/>
                    <a:cs typeface="Courier New"/>
                  </a:rPr>
                  <a:t>158.132.148.111</a:t>
                </a:r>
                <a:endParaRPr lang="en-US" sz="1200" b="1" i="1" dirty="0">
                  <a:latin typeface="Courier New"/>
                  <a:cs typeface="Courier New"/>
                </a:endParaRPr>
              </a:p>
            </p:txBody>
          </p:sp>
        </p:grpSp>
        <p:grpSp>
          <p:nvGrpSpPr>
            <p:cNvPr id="26" name="Group 38">
              <a:extLst>
                <a:ext uri="{FF2B5EF4-FFF2-40B4-BE49-F238E27FC236}">
                  <a16:creationId xmlns:a16="http://schemas.microsoft.com/office/drawing/2014/main" id="{D7E3816C-06C4-44D4-9EF5-214E64070F36}"/>
                </a:ext>
              </a:extLst>
            </p:cNvPr>
            <p:cNvGrpSpPr/>
            <p:nvPr/>
          </p:nvGrpSpPr>
          <p:grpSpPr>
            <a:xfrm>
              <a:off x="7010545" y="4505557"/>
              <a:ext cx="1680139" cy="1611991"/>
              <a:chOff x="1409845" y="4761835"/>
              <a:chExt cx="1680139" cy="1611991"/>
            </a:xfrm>
          </p:grpSpPr>
          <p:pic>
            <p:nvPicPr>
              <p:cNvPr id="69" name="Picture 39" descr="MC900433050.JPG">
                <a:extLst>
                  <a:ext uri="{FF2B5EF4-FFF2-40B4-BE49-F238E27FC236}">
                    <a16:creationId xmlns:a16="http://schemas.microsoft.com/office/drawing/2014/main" id="{18BF2F03-F15D-49E7-A4CE-7E6018711E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17594" y="5038834"/>
                <a:ext cx="1334992" cy="1334992"/>
              </a:xfrm>
              <a:prstGeom prst="rect">
                <a:avLst/>
              </a:prstGeom>
            </p:spPr>
          </p:pic>
          <p:sp>
            <p:nvSpPr>
              <p:cNvPr id="70" name="TextBox 40">
                <a:extLst>
                  <a:ext uri="{FF2B5EF4-FFF2-40B4-BE49-F238E27FC236}">
                    <a16:creationId xmlns:a16="http://schemas.microsoft.com/office/drawing/2014/main" id="{0E75E02C-1B5D-4D17-9014-86981E261C61}"/>
                  </a:ext>
                </a:extLst>
              </p:cNvPr>
              <p:cNvSpPr txBox="1"/>
              <p:nvPr/>
            </p:nvSpPr>
            <p:spPr>
              <a:xfrm>
                <a:off x="1409845" y="5432203"/>
                <a:ext cx="38995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 Roman" charset="0"/>
                  </a:rPr>
                  <a:t>B</a:t>
                </a:r>
              </a:p>
            </p:txBody>
          </p:sp>
          <p:sp>
            <p:nvSpPr>
              <p:cNvPr id="71" name="TextBox 41">
                <a:extLst>
                  <a:ext uri="{FF2B5EF4-FFF2-40B4-BE49-F238E27FC236}">
                    <a16:creationId xmlns:a16="http://schemas.microsoft.com/office/drawing/2014/main" id="{84E5D30F-AA78-49F4-A837-84EE58F85B64}"/>
                  </a:ext>
                </a:extLst>
              </p:cNvPr>
              <p:cNvSpPr txBox="1"/>
              <p:nvPr/>
            </p:nvSpPr>
            <p:spPr>
              <a:xfrm>
                <a:off x="1492896" y="4761835"/>
                <a:ext cx="159708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>
                    <a:latin typeface="Courier New"/>
                    <a:cs typeface="Courier New"/>
                  </a:rPr>
                  <a:t>158.147.103.222</a:t>
                </a:r>
                <a:endParaRPr lang="en-US" sz="1200" b="1" i="1" dirty="0">
                  <a:latin typeface="Courier New"/>
                  <a:cs typeface="Courier New"/>
                </a:endParaRPr>
              </a:p>
            </p:txBody>
          </p:sp>
        </p:grpSp>
        <p:grpSp>
          <p:nvGrpSpPr>
            <p:cNvPr id="27" name="Group 46">
              <a:extLst>
                <a:ext uri="{FF2B5EF4-FFF2-40B4-BE49-F238E27FC236}">
                  <a16:creationId xmlns:a16="http://schemas.microsoft.com/office/drawing/2014/main" id="{AE701F60-A589-4BC8-A8C4-9B5532DD4295}"/>
                </a:ext>
              </a:extLst>
            </p:cNvPr>
            <p:cNvGrpSpPr/>
            <p:nvPr/>
          </p:nvGrpSpPr>
          <p:grpSpPr>
            <a:xfrm>
              <a:off x="5494042" y="3267849"/>
              <a:ext cx="1227696" cy="1120348"/>
              <a:chOff x="5119392" y="3540899"/>
              <a:chExt cx="1227696" cy="1120348"/>
            </a:xfrm>
          </p:grpSpPr>
          <p:pic>
            <p:nvPicPr>
              <p:cNvPr id="67" name="Picture 13" descr="MC900432567.PNG">
                <a:extLst>
                  <a:ext uri="{FF2B5EF4-FFF2-40B4-BE49-F238E27FC236}">
                    <a16:creationId xmlns:a16="http://schemas.microsoft.com/office/drawing/2014/main" id="{E89B61FD-36AA-4B23-BEDC-91C4B2D988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224322" y="3540899"/>
                <a:ext cx="1060450" cy="1060450"/>
              </a:xfrm>
              <a:prstGeom prst="rect">
                <a:avLst/>
              </a:prstGeom>
            </p:spPr>
          </p:pic>
          <p:sp>
            <p:nvSpPr>
              <p:cNvPr id="66" name="TextBox 43">
                <a:extLst>
                  <a:ext uri="{FF2B5EF4-FFF2-40B4-BE49-F238E27FC236}">
                    <a16:creationId xmlns:a16="http://schemas.microsoft.com/office/drawing/2014/main" id="{AF2B8391-2151-4AF5-B657-35721B95E3B3}"/>
                  </a:ext>
                </a:extLst>
              </p:cNvPr>
              <p:cNvSpPr txBox="1"/>
              <p:nvPr/>
            </p:nvSpPr>
            <p:spPr>
              <a:xfrm>
                <a:off x="5119392" y="4384248"/>
                <a:ext cx="122769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>
                    <a:latin typeface="Courier New"/>
                    <a:cs typeface="Courier New"/>
                  </a:rPr>
                  <a:t>158.147.0.1</a:t>
                </a:r>
                <a:endParaRPr lang="en-US" sz="1200" b="1" i="1" dirty="0">
                  <a:latin typeface="Courier New"/>
                  <a:cs typeface="Courier New"/>
                </a:endParaRPr>
              </a:p>
            </p:txBody>
          </p:sp>
        </p:grpSp>
        <p:grpSp>
          <p:nvGrpSpPr>
            <p:cNvPr id="28" name="Group 45">
              <a:extLst>
                <a:ext uri="{FF2B5EF4-FFF2-40B4-BE49-F238E27FC236}">
                  <a16:creationId xmlns:a16="http://schemas.microsoft.com/office/drawing/2014/main" id="{87D603D7-F26A-475E-B7A3-FB1335263CBB}"/>
                </a:ext>
              </a:extLst>
            </p:cNvPr>
            <p:cNvGrpSpPr/>
            <p:nvPr/>
          </p:nvGrpSpPr>
          <p:grpSpPr>
            <a:xfrm>
              <a:off x="3074692" y="3267849"/>
              <a:ext cx="1227696" cy="1120348"/>
              <a:chOff x="2700042" y="3540899"/>
              <a:chExt cx="1227696" cy="1120348"/>
            </a:xfrm>
          </p:grpSpPr>
          <p:pic>
            <p:nvPicPr>
              <p:cNvPr id="63" name="Picture 10" descr="MC900432567.PNG">
                <a:extLst>
                  <a:ext uri="{FF2B5EF4-FFF2-40B4-BE49-F238E27FC236}">
                    <a16:creationId xmlns:a16="http://schemas.microsoft.com/office/drawing/2014/main" id="{BB30FBE9-21E2-42D6-8D79-673FF1C270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87978" y="3540899"/>
                <a:ext cx="1060450" cy="1060450"/>
              </a:xfrm>
              <a:prstGeom prst="rect">
                <a:avLst/>
              </a:prstGeom>
            </p:spPr>
          </p:pic>
          <p:sp>
            <p:nvSpPr>
              <p:cNvPr id="62" name="TextBox 44">
                <a:extLst>
                  <a:ext uri="{FF2B5EF4-FFF2-40B4-BE49-F238E27FC236}">
                    <a16:creationId xmlns:a16="http://schemas.microsoft.com/office/drawing/2014/main" id="{CC703119-CAD3-42A2-8A95-85CA7065ECBF}"/>
                  </a:ext>
                </a:extLst>
              </p:cNvPr>
              <p:cNvSpPr txBox="1"/>
              <p:nvPr/>
            </p:nvSpPr>
            <p:spPr>
              <a:xfrm>
                <a:off x="2700042" y="4384248"/>
                <a:ext cx="122769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>
                    <a:latin typeface="Courier New"/>
                    <a:cs typeface="Courier New"/>
                  </a:rPr>
                  <a:t>158.132.0.1</a:t>
                </a:r>
                <a:endParaRPr lang="en-US" sz="1200" b="1" i="1" dirty="0">
                  <a:latin typeface="Courier New"/>
                  <a:cs typeface="Courier New"/>
                </a:endParaRPr>
              </a:p>
            </p:txBody>
          </p:sp>
        </p:grpSp>
        <p:cxnSp>
          <p:nvCxnSpPr>
            <p:cNvPr id="29" name="Straight Arrow Connector 49">
              <a:extLst>
                <a:ext uri="{FF2B5EF4-FFF2-40B4-BE49-F238E27FC236}">
                  <a16:creationId xmlns:a16="http://schemas.microsoft.com/office/drawing/2014/main" id="{19D2EA33-2FC9-49FC-9A65-D2909047C6BD}"/>
                </a:ext>
              </a:extLst>
            </p:cNvPr>
            <p:cNvCxnSpPr/>
            <p:nvPr/>
          </p:nvCxnSpPr>
          <p:spPr>
            <a:xfrm flipV="1">
              <a:off x="2824022" y="4675805"/>
              <a:ext cx="421947" cy="369500"/>
            </a:xfrm>
            <a:prstGeom prst="straightConnector1">
              <a:avLst/>
            </a:prstGeom>
            <a:ln w="38100" cmpd="sng">
              <a:solidFill>
                <a:schemeClr val="tx1">
                  <a:lumMod val="50000"/>
                  <a:lumOff val="50000"/>
                </a:schemeClr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50">
              <a:extLst>
                <a:ext uri="{FF2B5EF4-FFF2-40B4-BE49-F238E27FC236}">
                  <a16:creationId xmlns:a16="http://schemas.microsoft.com/office/drawing/2014/main" id="{C07A2F45-4C05-442C-A290-43B7B8736018}"/>
                </a:ext>
              </a:extLst>
            </p:cNvPr>
            <p:cNvCxnSpPr/>
            <p:nvPr/>
          </p:nvCxnSpPr>
          <p:spPr>
            <a:xfrm flipH="1" flipV="1">
              <a:off x="6721738" y="4638711"/>
              <a:ext cx="443282" cy="369500"/>
            </a:xfrm>
            <a:prstGeom prst="straightConnector1">
              <a:avLst/>
            </a:prstGeom>
            <a:ln w="38100" cmpd="sng">
              <a:solidFill>
                <a:schemeClr val="tx1">
                  <a:lumMod val="50000"/>
                  <a:lumOff val="50000"/>
                </a:schemeClr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" name="Group 65">
              <a:extLst>
                <a:ext uri="{FF2B5EF4-FFF2-40B4-BE49-F238E27FC236}">
                  <a16:creationId xmlns:a16="http://schemas.microsoft.com/office/drawing/2014/main" id="{FBA4DAB2-609E-4B95-80A6-B9BF3D607737}"/>
                </a:ext>
              </a:extLst>
            </p:cNvPr>
            <p:cNvGrpSpPr/>
            <p:nvPr/>
          </p:nvGrpSpPr>
          <p:grpSpPr>
            <a:xfrm>
              <a:off x="3212868" y="4354046"/>
              <a:ext cx="977572" cy="276999"/>
              <a:chOff x="3162628" y="4354046"/>
              <a:chExt cx="977572" cy="276999"/>
            </a:xfrm>
          </p:grpSpPr>
          <p:pic>
            <p:nvPicPr>
              <p:cNvPr id="59" name="Picture 54" descr="RJ45_Female_pure.jpeg">
                <a:extLst>
                  <a:ext uri="{FF2B5EF4-FFF2-40B4-BE49-F238E27FC236}">
                    <a16:creationId xmlns:a16="http://schemas.microsoft.com/office/drawing/2014/main" id="{3CBA2E90-1ABC-43C7-B429-D4AAC2EC14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62628" y="4421258"/>
                <a:ext cx="203744" cy="168598"/>
              </a:xfrm>
              <a:prstGeom prst="rect">
                <a:avLst/>
              </a:prstGeom>
            </p:spPr>
          </p:pic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3E20CA4E-DF71-4C5C-A977-C5C3665F91F5}"/>
                  </a:ext>
                </a:extLst>
              </p:cNvPr>
              <p:cNvSpPr txBox="1"/>
              <p:nvPr/>
            </p:nvSpPr>
            <p:spPr>
              <a:xfrm>
                <a:off x="3293469" y="4354046"/>
                <a:ext cx="8467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Times Roman" charset="0"/>
                  </a:rPr>
                  <a:t>Interface 1</a:t>
                </a:r>
              </a:p>
            </p:txBody>
          </p:sp>
        </p:grpSp>
        <p:grpSp>
          <p:nvGrpSpPr>
            <p:cNvPr id="32" name="Group 66">
              <a:extLst>
                <a:ext uri="{FF2B5EF4-FFF2-40B4-BE49-F238E27FC236}">
                  <a16:creationId xmlns:a16="http://schemas.microsoft.com/office/drawing/2014/main" id="{EF16E855-EAE4-4A87-B132-D79F999B9981}"/>
                </a:ext>
              </a:extLst>
            </p:cNvPr>
            <p:cNvGrpSpPr/>
            <p:nvPr/>
          </p:nvGrpSpPr>
          <p:grpSpPr>
            <a:xfrm>
              <a:off x="2988714" y="3320003"/>
              <a:ext cx="1075846" cy="276999"/>
              <a:chOff x="3038954" y="3340099"/>
              <a:chExt cx="1075846" cy="276999"/>
            </a:xfrm>
          </p:grpSpPr>
          <p:pic>
            <p:nvPicPr>
              <p:cNvPr id="57" name="Picture 53" descr="RJ45_Female_pure.jpeg">
                <a:extLst>
                  <a:ext uri="{FF2B5EF4-FFF2-40B4-BE49-F238E27FC236}">
                    <a16:creationId xmlns:a16="http://schemas.microsoft.com/office/drawing/2014/main" id="{E3CCE5E3-17BC-4FBB-8C32-76621889C6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911056" y="3400650"/>
                <a:ext cx="203744" cy="168598"/>
              </a:xfrm>
              <a:prstGeom prst="rect">
                <a:avLst/>
              </a:prstGeom>
            </p:spPr>
          </p:pic>
          <p:sp>
            <p:nvSpPr>
              <p:cNvPr id="58" name="TextBox 60">
                <a:extLst>
                  <a:ext uri="{FF2B5EF4-FFF2-40B4-BE49-F238E27FC236}">
                    <a16:creationId xmlns:a16="http://schemas.microsoft.com/office/drawing/2014/main" id="{28018801-B808-4237-85D6-DE7517B400A7}"/>
                  </a:ext>
                </a:extLst>
              </p:cNvPr>
              <p:cNvSpPr txBox="1"/>
              <p:nvPr/>
            </p:nvSpPr>
            <p:spPr>
              <a:xfrm>
                <a:off x="3038954" y="3340099"/>
                <a:ext cx="8467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Times Roman" charset="0"/>
                  </a:rPr>
                  <a:t>Interface 2</a:t>
                </a:r>
              </a:p>
            </p:txBody>
          </p:sp>
        </p:grpSp>
        <p:grpSp>
          <p:nvGrpSpPr>
            <p:cNvPr id="33" name="Group 67">
              <a:extLst>
                <a:ext uri="{FF2B5EF4-FFF2-40B4-BE49-F238E27FC236}">
                  <a16:creationId xmlns:a16="http://schemas.microsoft.com/office/drawing/2014/main" id="{BF5182C8-DFC2-4060-A2B2-303217561FA9}"/>
                </a:ext>
              </a:extLst>
            </p:cNvPr>
            <p:cNvGrpSpPr/>
            <p:nvPr/>
          </p:nvGrpSpPr>
          <p:grpSpPr>
            <a:xfrm>
              <a:off x="3350442" y="2911048"/>
              <a:ext cx="1076380" cy="276999"/>
              <a:chOff x="3350442" y="2911048"/>
              <a:chExt cx="1076380" cy="276999"/>
            </a:xfrm>
          </p:grpSpPr>
          <p:pic>
            <p:nvPicPr>
              <p:cNvPr id="55" name="Picture 55" descr="RJ45_Female_pure.jpeg">
                <a:extLst>
                  <a:ext uri="{FF2B5EF4-FFF2-40B4-BE49-F238E27FC236}">
                    <a16:creationId xmlns:a16="http://schemas.microsoft.com/office/drawing/2014/main" id="{9E07554B-B8D2-4139-B23D-17BABFEC2F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223078" y="2991648"/>
                <a:ext cx="203744" cy="168598"/>
              </a:xfrm>
              <a:prstGeom prst="rect">
                <a:avLst/>
              </a:prstGeom>
            </p:spPr>
          </p:pic>
          <p:sp>
            <p:nvSpPr>
              <p:cNvPr id="56" name="TextBox 61">
                <a:extLst>
                  <a:ext uri="{FF2B5EF4-FFF2-40B4-BE49-F238E27FC236}">
                    <a16:creationId xmlns:a16="http://schemas.microsoft.com/office/drawing/2014/main" id="{AB64D08F-F68F-4280-BD36-19629A9F8AEF}"/>
                  </a:ext>
                </a:extLst>
              </p:cNvPr>
              <p:cNvSpPr txBox="1"/>
              <p:nvPr/>
            </p:nvSpPr>
            <p:spPr>
              <a:xfrm>
                <a:off x="3350442" y="2911048"/>
                <a:ext cx="8467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Times Roman" charset="0"/>
                  </a:rPr>
                  <a:t>Interface 1</a:t>
                </a:r>
              </a:p>
            </p:txBody>
          </p:sp>
        </p:grpSp>
        <p:grpSp>
          <p:nvGrpSpPr>
            <p:cNvPr id="34" name="Group 68">
              <a:extLst>
                <a:ext uri="{FF2B5EF4-FFF2-40B4-BE49-F238E27FC236}">
                  <a16:creationId xmlns:a16="http://schemas.microsoft.com/office/drawing/2014/main" id="{812C96E2-3D9C-4A0A-8447-E16A699849F6}"/>
                </a:ext>
              </a:extLst>
            </p:cNvPr>
            <p:cNvGrpSpPr/>
            <p:nvPr/>
          </p:nvGrpSpPr>
          <p:grpSpPr>
            <a:xfrm>
              <a:off x="5513856" y="2905898"/>
              <a:ext cx="989671" cy="276999"/>
              <a:chOff x="5513856" y="2905898"/>
              <a:chExt cx="989671" cy="276999"/>
            </a:xfrm>
          </p:grpSpPr>
          <p:pic>
            <p:nvPicPr>
              <p:cNvPr id="53" name="Picture 56" descr="RJ45_Female_pure.jpeg">
                <a:extLst>
                  <a:ext uri="{FF2B5EF4-FFF2-40B4-BE49-F238E27FC236}">
                    <a16:creationId xmlns:a16="http://schemas.microsoft.com/office/drawing/2014/main" id="{C032DCB6-C90B-4672-A32C-74ACA5735C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13856" y="2991648"/>
                <a:ext cx="203744" cy="168598"/>
              </a:xfrm>
              <a:prstGeom prst="rect">
                <a:avLst/>
              </a:prstGeom>
            </p:spPr>
          </p:pic>
          <p:sp>
            <p:nvSpPr>
              <p:cNvPr id="54" name="TextBox 62">
                <a:extLst>
                  <a:ext uri="{FF2B5EF4-FFF2-40B4-BE49-F238E27FC236}">
                    <a16:creationId xmlns:a16="http://schemas.microsoft.com/office/drawing/2014/main" id="{987A5983-F6F5-412E-B7F7-D331D665F0F9}"/>
                  </a:ext>
                </a:extLst>
              </p:cNvPr>
              <p:cNvSpPr txBox="1"/>
              <p:nvPr/>
            </p:nvSpPr>
            <p:spPr>
              <a:xfrm>
                <a:off x="5656796" y="2905898"/>
                <a:ext cx="8467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Times Roman" charset="0"/>
                  </a:rPr>
                  <a:t>Interface 3</a:t>
                </a:r>
              </a:p>
            </p:txBody>
          </p:sp>
        </p:grpSp>
        <p:grpSp>
          <p:nvGrpSpPr>
            <p:cNvPr id="35" name="Group 69">
              <a:extLst>
                <a:ext uri="{FF2B5EF4-FFF2-40B4-BE49-F238E27FC236}">
                  <a16:creationId xmlns:a16="http://schemas.microsoft.com/office/drawing/2014/main" id="{DFCD5D2B-03F6-4C83-BDD9-AE85C71AC5C6}"/>
                </a:ext>
              </a:extLst>
            </p:cNvPr>
            <p:cNvGrpSpPr/>
            <p:nvPr/>
          </p:nvGrpSpPr>
          <p:grpSpPr>
            <a:xfrm>
              <a:off x="5650446" y="3313845"/>
              <a:ext cx="987558" cy="276999"/>
              <a:chOff x="5650446" y="3313845"/>
              <a:chExt cx="987558" cy="276999"/>
            </a:xfrm>
          </p:grpSpPr>
          <p:pic>
            <p:nvPicPr>
              <p:cNvPr id="51" name="Picture 57" descr="RJ45_Female_pure.jpeg">
                <a:extLst>
                  <a:ext uri="{FF2B5EF4-FFF2-40B4-BE49-F238E27FC236}">
                    <a16:creationId xmlns:a16="http://schemas.microsoft.com/office/drawing/2014/main" id="{B7A98263-3062-4346-9B63-BBD962502D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650446" y="3400650"/>
                <a:ext cx="203744" cy="168598"/>
              </a:xfrm>
              <a:prstGeom prst="rect">
                <a:avLst/>
              </a:prstGeom>
            </p:spPr>
          </p:pic>
          <p:sp>
            <p:nvSpPr>
              <p:cNvPr id="52" name="TextBox 63">
                <a:extLst>
                  <a:ext uri="{FF2B5EF4-FFF2-40B4-BE49-F238E27FC236}">
                    <a16:creationId xmlns:a16="http://schemas.microsoft.com/office/drawing/2014/main" id="{94FD15E4-3B80-4F77-A972-9B0B958D5D36}"/>
                  </a:ext>
                </a:extLst>
              </p:cNvPr>
              <p:cNvSpPr txBox="1"/>
              <p:nvPr/>
            </p:nvSpPr>
            <p:spPr>
              <a:xfrm>
                <a:off x="5791273" y="3313845"/>
                <a:ext cx="8467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Times Roman" charset="0"/>
                  </a:rPr>
                  <a:t>Interface 7</a:t>
                </a:r>
              </a:p>
            </p:txBody>
          </p:sp>
        </p:grpSp>
        <p:grpSp>
          <p:nvGrpSpPr>
            <p:cNvPr id="36" name="Group 70">
              <a:extLst>
                <a:ext uri="{FF2B5EF4-FFF2-40B4-BE49-F238E27FC236}">
                  <a16:creationId xmlns:a16="http://schemas.microsoft.com/office/drawing/2014/main" id="{36EE95EC-7F3B-4787-BCAB-87A18E4C7800}"/>
                </a:ext>
              </a:extLst>
            </p:cNvPr>
            <p:cNvGrpSpPr/>
            <p:nvPr/>
          </p:nvGrpSpPr>
          <p:grpSpPr>
            <a:xfrm>
              <a:off x="5591187" y="4347696"/>
              <a:ext cx="1068235" cy="276999"/>
              <a:chOff x="5591187" y="4347696"/>
              <a:chExt cx="1068235" cy="276999"/>
            </a:xfrm>
          </p:grpSpPr>
          <p:pic>
            <p:nvPicPr>
              <p:cNvPr id="49" name="Picture 58" descr="RJ45_Female_pure.jpeg">
                <a:extLst>
                  <a:ext uri="{FF2B5EF4-FFF2-40B4-BE49-F238E27FC236}">
                    <a16:creationId xmlns:a16="http://schemas.microsoft.com/office/drawing/2014/main" id="{240110E3-3728-442E-BCA8-42A412AD37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455678" y="4421258"/>
                <a:ext cx="203744" cy="168598"/>
              </a:xfrm>
              <a:prstGeom prst="rect">
                <a:avLst/>
              </a:prstGeom>
            </p:spPr>
          </p:pic>
          <p:sp>
            <p:nvSpPr>
              <p:cNvPr id="50" name="TextBox 64">
                <a:extLst>
                  <a:ext uri="{FF2B5EF4-FFF2-40B4-BE49-F238E27FC236}">
                    <a16:creationId xmlns:a16="http://schemas.microsoft.com/office/drawing/2014/main" id="{F14378F4-4A13-45CD-9FD0-43875458DA3E}"/>
                  </a:ext>
                </a:extLst>
              </p:cNvPr>
              <p:cNvSpPr txBox="1"/>
              <p:nvPr/>
            </p:nvSpPr>
            <p:spPr>
              <a:xfrm>
                <a:off x="5591187" y="4347696"/>
                <a:ext cx="8467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Times Roman" charset="0"/>
                  </a:rPr>
                  <a:t>Interface 4</a:t>
                </a:r>
              </a:p>
            </p:txBody>
          </p:sp>
        </p:grpSp>
        <p:grpSp>
          <p:nvGrpSpPr>
            <p:cNvPr id="37" name="Group 87">
              <a:extLst>
                <a:ext uri="{FF2B5EF4-FFF2-40B4-BE49-F238E27FC236}">
                  <a16:creationId xmlns:a16="http://schemas.microsoft.com/office/drawing/2014/main" id="{4173C06B-A353-43B5-8490-6B43EEB16E64}"/>
                </a:ext>
              </a:extLst>
            </p:cNvPr>
            <p:cNvGrpSpPr/>
            <p:nvPr/>
          </p:nvGrpSpPr>
          <p:grpSpPr>
            <a:xfrm>
              <a:off x="1631514" y="3391246"/>
              <a:ext cx="6618846" cy="277000"/>
              <a:chOff x="1631514" y="3391246"/>
              <a:chExt cx="6618846" cy="277000"/>
            </a:xfrm>
          </p:grpSpPr>
          <p:sp>
            <p:nvSpPr>
              <p:cNvPr id="46" name="TextBox 84">
                <a:extLst>
                  <a:ext uri="{FF2B5EF4-FFF2-40B4-BE49-F238E27FC236}">
                    <a16:creationId xmlns:a16="http://schemas.microsoft.com/office/drawing/2014/main" id="{FB978A6C-B72C-4043-8D3D-B66617A6E27D}"/>
                  </a:ext>
                </a:extLst>
              </p:cNvPr>
              <p:cNvSpPr txBox="1"/>
              <p:nvPr/>
            </p:nvSpPr>
            <p:spPr>
              <a:xfrm>
                <a:off x="1631514" y="3391247"/>
                <a:ext cx="122769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>
                    <a:latin typeface="Courier New"/>
                    <a:cs typeface="Courier New"/>
                  </a:rPr>
                  <a:t>154.207.0.2</a:t>
                </a:r>
                <a:endParaRPr lang="en-US" sz="1200" b="1" i="1" dirty="0">
                  <a:latin typeface="Courier New"/>
                  <a:cs typeface="Courier New"/>
                </a:endParaRPr>
              </a:p>
            </p:txBody>
          </p:sp>
          <p:sp>
            <p:nvSpPr>
              <p:cNvPr id="48" name="TextBox 86">
                <a:extLst>
                  <a:ext uri="{FF2B5EF4-FFF2-40B4-BE49-F238E27FC236}">
                    <a16:creationId xmlns:a16="http://schemas.microsoft.com/office/drawing/2014/main" id="{7C7F4CFD-E1FB-4F5A-8BBB-113729C3B1E3}"/>
                  </a:ext>
                </a:extLst>
              </p:cNvPr>
              <p:cNvSpPr txBox="1"/>
              <p:nvPr/>
            </p:nvSpPr>
            <p:spPr>
              <a:xfrm>
                <a:off x="7022664" y="3391246"/>
                <a:ext cx="122769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>
                    <a:latin typeface="Courier New"/>
                    <a:cs typeface="Courier New"/>
                  </a:rPr>
                  <a:t>154.207.0.3</a:t>
                </a:r>
                <a:endParaRPr lang="en-US" sz="1200" b="1" i="1" dirty="0">
                  <a:latin typeface="Courier New"/>
                  <a:cs typeface="Courier New"/>
                </a:endParaRPr>
              </a:p>
            </p:txBody>
          </p:sp>
        </p:grpSp>
        <p:grpSp>
          <p:nvGrpSpPr>
            <p:cNvPr id="38" name="Group 6">
              <a:extLst>
                <a:ext uri="{FF2B5EF4-FFF2-40B4-BE49-F238E27FC236}">
                  <a16:creationId xmlns:a16="http://schemas.microsoft.com/office/drawing/2014/main" id="{FA2A6745-8602-4F5D-8521-83BD5F5997B0}"/>
                </a:ext>
              </a:extLst>
            </p:cNvPr>
            <p:cNvGrpSpPr/>
            <p:nvPr/>
          </p:nvGrpSpPr>
          <p:grpSpPr>
            <a:xfrm>
              <a:off x="3120326" y="2054999"/>
              <a:ext cx="3585601" cy="1060450"/>
              <a:chOff x="3120326" y="2054999"/>
              <a:chExt cx="3585601" cy="1060450"/>
            </a:xfrm>
          </p:grpSpPr>
          <p:pic>
            <p:nvPicPr>
              <p:cNvPr id="39" name="Picture 7" descr="MC900432567.PNG">
                <a:extLst>
                  <a:ext uri="{FF2B5EF4-FFF2-40B4-BE49-F238E27FC236}">
                    <a16:creationId xmlns:a16="http://schemas.microsoft.com/office/drawing/2014/main" id="{E6B8EB0E-DA1A-4479-B239-C879E22D9D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453406" y="2054999"/>
                <a:ext cx="1060450" cy="1060450"/>
              </a:xfrm>
              <a:prstGeom prst="rect">
                <a:avLst/>
              </a:prstGeom>
            </p:spPr>
          </p:pic>
          <p:grpSp>
            <p:nvGrpSpPr>
              <p:cNvPr id="40" name="Group 15">
                <a:extLst>
                  <a:ext uri="{FF2B5EF4-FFF2-40B4-BE49-F238E27FC236}">
                    <a16:creationId xmlns:a16="http://schemas.microsoft.com/office/drawing/2014/main" id="{586E3190-C986-4E75-B6E9-8D41625071A3}"/>
                  </a:ext>
                </a:extLst>
              </p:cNvPr>
              <p:cNvGrpSpPr/>
              <p:nvPr/>
            </p:nvGrpSpPr>
            <p:grpSpPr>
              <a:xfrm>
                <a:off x="3120326" y="2692747"/>
                <a:ext cx="3585601" cy="290899"/>
                <a:chOff x="3120326" y="2692747"/>
                <a:chExt cx="3585601" cy="290899"/>
              </a:xfrm>
            </p:grpSpPr>
            <p:sp>
              <p:nvSpPr>
                <p:cNvPr id="42" name="TextBox 47">
                  <a:extLst>
                    <a:ext uri="{FF2B5EF4-FFF2-40B4-BE49-F238E27FC236}">
                      <a16:creationId xmlns:a16="http://schemas.microsoft.com/office/drawing/2014/main" id="{3AA84200-C3E6-4061-9EE9-A448E6789B9A}"/>
                    </a:ext>
                  </a:extLst>
                </p:cNvPr>
                <p:cNvSpPr txBox="1"/>
                <p:nvPr/>
              </p:nvSpPr>
              <p:spPr>
                <a:xfrm>
                  <a:off x="3120326" y="2692747"/>
                  <a:ext cx="122769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b="1" dirty="0">
                      <a:latin typeface="Courier New"/>
                      <a:cs typeface="Courier New"/>
                    </a:rPr>
                    <a:t>154.207.0.1   </a:t>
                  </a:r>
                  <a:endParaRPr lang="en-US" sz="1200" b="1" i="1" dirty="0">
                    <a:latin typeface="Courier New"/>
                    <a:cs typeface="Courier New"/>
                  </a:endParaRPr>
                </a:p>
              </p:txBody>
            </p:sp>
            <p:sp>
              <p:nvSpPr>
                <p:cNvPr id="44" name="TextBox 72">
                  <a:extLst>
                    <a:ext uri="{FF2B5EF4-FFF2-40B4-BE49-F238E27FC236}">
                      <a16:creationId xmlns:a16="http://schemas.microsoft.com/office/drawing/2014/main" id="{9FF8AB69-FA7E-44FC-B500-6C7F60BB833F}"/>
                    </a:ext>
                  </a:extLst>
                </p:cNvPr>
                <p:cNvSpPr txBox="1"/>
                <p:nvPr/>
              </p:nvSpPr>
              <p:spPr>
                <a:xfrm>
                  <a:off x="5505433" y="2706647"/>
                  <a:ext cx="120049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b="1" dirty="0">
                      <a:latin typeface="Courier New"/>
                      <a:cs typeface="Courier New"/>
                    </a:rPr>
                    <a:t>154.207.0.5   </a:t>
                  </a:r>
                  <a:endParaRPr lang="en-US" sz="1200" b="1" i="1" dirty="0">
                    <a:latin typeface="Courier New"/>
                    <a:cs typeface="Courier New"/>
                  </a:endParaRPr>
                </a:p>
              </p:txBody>
            </p:sp>
          </p:grpSp>
        </p:grpSp>
      </p:grpSp>
      <p:sp>
        <p:nvSpPr>
          <p:cNvPr id="77" name="Rectangle 76"/>
          <p:cNvSpPr/>
          <p:nvPr/>
        </p:nvSpPr>
        <p:spPr>
          <a:xfrm>
            <a:off x="6867540" y="2660431"/>
            <a:ext cx="3010897" cy="369430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09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7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3837"/>
            <a:ext cx="10515600" cy="894622"/>
          </a:xfrm>
        </p:spPr>
        <p:txBody>
          <a:bodyPr/>
          <a:lstStyle/>
          <a:p>
            <a:r>
              <a:rPr lang="en-US" dirty="0"/>
              <a:t>Routing </a:t>
            </a:r>
            <a:r>
              <a:rPr lang="en-US" altLang="zh-CN" dirty="0"/>
              <a:t>example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2E4A67-D01E-C04D-A31C-1A84810271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204591-24BD-A542-B9D5-F8D8A88D2FEE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sz="quarter" idx="1"/>
          </p:nvPr>
        </p:nvSpPr>
        <p:spPr>
          <a:xfrm>
            <a:off x="990600" y="1752600"/>
            <a:ext cx="8420100" cy="4419600"/>
          </a:xfrm>
        </p:spPr>
        <p:txBody>
          <a:bodyPr/>
          <a:lstStyle/>
          <a:p>
            <a:r>
              <a:rPr lang="en-US" dirty="0"/>
              <a:t>Host A to Host B (cont’d) - IP and Ethernet Addresses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529237" y="4768306"/>
            <a:ext cx="2864458" cy="899744"/>
            <a:chOff x="3529237" y="4768306"/>
            <a:chExt cx="2864458" cy="899744"/>
          </a:xfrm>
        </p:grpSpPr>
        <p:grpSp>
          <p:nvGrpSpPr>
            <p:cNvPr id="9" name="Group 8"/>
            <p:cNvGrpSpPr/>
            <p:nvPr/>
          </p:nvGrpSpPr>
          <p:grpSpPr>
            <a:xfrm>
              <a:off x="3795482" y="4768306"/>
              <a:ext cx="2598213" cy="867994"/>
              <a:chOff x="3795482" y="4768306"/>
              <a:chExt cx="2598213" cy="867994"/>
            </a:xfrm>
          </p:grpSpPr>
          <p:sp>
            <p:nvSpPr>
              <p:cNvPr id="10" name="Rectangle 9"/>
              <p:cNvSpPr/>
              <p:nvPr/>
            </p:nvSpPr>
            <p:spPr>
              <a:xfrm>
                <a:off x="4243773" y="5217200"/>
                <a:ext cx="189590" cy="419100"/>
              </a:xfrm>
              <a:prstGeom prst="rect">
                <a:avLst/>
              </a:prstGeom>
              <a:solidFill>
                <a:srgbClr val="CCFFCC"/>
              </a:solidFill>
              <a:ln>
                <a:solidFill>
                  <a:srgbClr val="CCFF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00FF"/>
                  </a:solidFill>
                </a:endParaRP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3795482" y="4768306"/>
                <a:ext cx="2598213" cy="276999"/>
              </a:xfrm>
              <a:prstGeom prst="rect">
                <a:avLst/>
              </a:prstGeom>
              <a:solidFill>
                <a:srgbClr val="CCFFCC"/>
              </a:solidFill>
              <a:ln>
                <a:solidFill>
                  <a:srgbClr val="CCFFCC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ln>
                      <a:solidFill>
                        <a:srgbClr val="008000"/>
                      </a:solidFill>
                    </a:ln>
                    <a:solidFill>
                      <a:srgbClr val="008000"/>
                    </a:solidFill>
                    <a:latin typeface="Times Roman" charset="0"/>
                  </a:rPr>
                  <a:t>Destination IP: 158.147.103.222</a:t>
                </a:r>
              </a:p>
            </p:txBody>
          </p:sp>
          <p:cxnSp>
            <p:nvCxnSpPr>
              <p:cNvPr id="12" name="Straight Arrow Connector 11"/>
              <p:cNvCxnSpPr>
                <a:stCxn id="10" idx="0"/>
                <a:endCxn id="11" idx="2"/>
              </p:cNvCxnSpPr>
              <p:nvPr/>
            </p:nvCxnSpPr>
            <p:spPr>
              <a:xfrm flipV="1">
                <a:off x="4338568" y="5045305"/>
                <a:ext cx="756021" cy="171895"/>
              </a:xfrm>
              <a:prstGeom prst="straightConnector1">
                <a:avLst/>
              </a:prstGeom>
              <a:ln w="38100" cmpd="sng">
                <a:solidFill>
                  <a:schemeClr val="tx1">
                    <a:lumMod val="50000"/>
                    <a:lumOff val="50000"/>
                  </a:schemeClr>
                </a:solidFill>
                <a:headEnd type="none"/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Rectangle 18"/>
            <p:cNvSpPr/>
            <p:nvPr/>
          </p:nvSpPr>
          <p:spPr>
            <a:xfrm>
              <a:off x="3529237" y="5191800"/>
              <a:ext cx="2766880" cy="476250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00FF"/>
                  </a:solidFill>
                </a:rPr>
                <a:t>Ethernet Frame</a:t>
              </a:r>
            </a:p>
          </p:txBody>
        </p:sp>
      </p:grpSp>
      <p:grpSp>
        <p:nvGrpSpPr>
          <p:cNvPr id="20" name="组合 96">
            <a:extLst>
              <a:ext uri="{FF2B5EF4-FFF2-40B4-BE49-F238E27FC236}">
                <a16:creationId xmlns:a16="http://schemas.microsoft.com/office/drawing/2014/main" id="{1071B71A-6650-4D60-8407-B70744B637D7}"/>
              </a:ext>
            </a:extLst>
          </p:cNvPr>
          <p:cNvGrpSpPr/>
          <p:nvPr/>
        </p:nvGrpSpPr>
        <p:grpSpPr>
          <a:xfrm>
            <a:off x="1302205" y="2054999"/>
            <a:ext cx="7388479" cy="4062549"/>
            <a:chOff x="1302205" y="2054999"/>
            <a:chExt cx="7388479" cy="4062549"/>
          </a:xfrm>
        </p:grpSpPr>
        <p:cxnSp>
          <p:nvCxnSpPr>
            <p:cNvPr id="21" name="Straight Arrow Connector 16">
              <a:extLst>
                <a:ext uri="{FF2B5EF4-FFF2-40B4-BE49-F238E27FC236}">
                  <a16:creationId xmlns:a16="http://schemas.microsoft.com/office/drawing/2014/main" id="{74279288-6DB5-42FD-9BE5-72426B42FC05}"/>
                </a:ext>
              </a:extLst>
            </p:cNvPr>
            <p:cNvCxnSpPr/>
            <p:nvPr/>
          </p:nvCxnSpPr>
          <p:spPr>
            <a:xfrm flipV="1">
              <a:off x="4183859" y="3115449"/>
              <a:ext cx="421947" cy="369500"/>
            </a:xfrm>
            <a:prstGeom prst="straightConnector1">
              <a:avLst/>
            </a:prstGeom>
            <a:ln w="38100" cmpd="sng">
              <a:solidFill>
                <a:schemeClr val="tx1">
                  <a:lumMod val="50000"/>
                  <a:lumOff val="50000"/>
                </a:schemeClr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17">
              <a:extLst>
                <a:ext uri="{FF2B5EF4-FFF2-40B4-BE49-F238E27FC236}">
                  <a16:creationId xmlns:a16="http://schemas.microsoft.com/office/drawing/2014/main" id="{0B48C2E4-D539-4FF9-A381-BC84DAC0C34B}"/>
                </a:ext>
              </a:extLst>
            </p:cNvPr>
            <p:cNvCxnSpPr/>
            <p:nvPr/>
          </p:nvCxnSpPr>
          <p:spPr>
            <a:xfrm flipH="1" flipV="1">
              <a:off x="5155690" y="3115449"/>
              <a:ext cx="443282" cy="369500"/>
            </a:xfrm>
            <a:prstGeom prst="straightConnector1">
              <a:avLst/>
            </a:prstGeom>
            <a:ln w="38100" cmpd="sng">
              <a:solidFill>
                <a:schemeClr val="tx1">
                  <a:lumMod val="50000"/>
                  <a:lumOff val="50000"/>
                </a:schemeClr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37">
              <a:extLst>
                <a:ext uri="{FF2B5EF4-FFF2-40B4-BE49-F238E27FC236}">
                  <a16:creationId xmlns:a16="http://schemas.microsoft.com/office/drawing/2014/main" id="{69C6F890-91B3-4E73-B061-93F6AC2FF1EC}"/>
                </a:ext>
              </a:extLst>
            </p:cNvPr>
            <p:cNvGrpSpPr/>
            <p:nvPr/>
          </p:nvGrpSpPr>
          <p:grpSpPr>
            <a:xfrm>
              <a:off x="1302205" y="4505557"/>
              <a:ext cx="1680139" cy="1611991"/>
              <a:chOff x="1409845" y="4761835"/>
              <a:chExt cx="1680139" cy="1611991"/>
            </a:xfrm>
          </p:grpSpPr>
          <p:pic>
            <p:nvPicPr>
              <p:cNvPr id="71" name="Picture 33" descr="MC900433050.JPG">
                <a:extLst>
                  <a:ext uri="{FF2B5EF4-FFF2-40B4-BE49-F238E27FC236}">
                    <a16:creationId xmlns:a16="http://schemas.microsoft.com/office/drawing/2014/main" id="{51D791AC-DA02-446D-BB82-A957027F96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17594" y="5038834"/>
                <a:ext cx="1334992" cy="1334992"/>
              </a:xfrm>
              <a:prstGeom prst="rect">
                <a:avLst/>
              </a:prstGeom>
            </p:spPr>
          </p:pic>
          <p:sp>
            <p:nvSpPr>
              <p:cNvPr id="72" name="TextBox 34">
                <a:extLst>
                  <a:ext uri="{FF2B5EF4-FFF2-40B4-BE49-F238E27FC236}">
                    <a16:creationId xmlns:a16="http://schemas.microsoft.com/office/drawing/2014/main" id="{5BE5B88D-2C3B-4807-AC58-BB916E958771}"/>
                  </a:ext>
                </a:extLst>
              </p:cNvPr>
              <p:cNvSpPr txBox="1"/>
              <p:nvPr/>
            </p:nvSpPr>
            <p:spPr>
              <a:xfrm>
                <a:off x="1409845" y="5432203"/>
                <a:ext cx="41549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 Roman" charset="0"/>
                  </a:rPr>
                  <a:t>A</a:t>
                </a:r>
              </a:p>
            </p:txBody>
          </p:sp>
          <p:sp>
            <p:nvSpPr>
              <p:cNvPr id="73" name="TextBox 35">
                <a:extLst>
                  <a:ext uri="{FF2B5EF4-FFF2-40B4-BE49-F238E27FC236}">
                    <a16:creationId xmlns:a16="http://schemas.microsoft.com/office/drawing/2014/main" id="{4949E7BF-0F15-4A83-BD31-21338AF13D26}"/>
                  </a:ext>
                </a:extLst>
              </p:cNvPr>
              <p:cNvSpPr txBox="1"/>
              <p:nvPr/>
            </p:nvSpPr>
            <p:spPr>
              <a:xfrm>
                <a:off x="1492896" y="4761835"/>
                <a:ext cx="159708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>
                    <a:latin typeface="Courier New"/>
                    <a:cs typeface="Courier New"/>
                  </a:rPr>
                  <a:t>158.132.148.111</a:t>
                </a:r>
                <a:endParaRPr lang="en-US" sz="1200" b="1" i="1" dirty="0">
                  <a:latin typeface="Courier New"/>
                  <a:cs typeface="Courier New"/>
                </a:endParaRPr>
              </a:p>
            </p:txBody>
          </p:sp>
        </p:grpSp>
        <p:grpSp>
          <p:nvGrpSpPr>
            <p:cNvPr id="24" name="Group 38">
              <a:extLst>
                <a:ext uri="{FF2B5EF4-FFF2-40B4-BE49-F238E27FC236}">
                  <a16:creationId xmlns:a16="http://schemas.microsoft.com/office/drawing/2014/main" id="{A58155E1-5EB6-4C1F-8482-28F48EF14FF5}"/>
                </a:ext>
              </a:extLst>
            </p:cNvPr>
            <p:cNvGrpSpPr/>
            <p:nvPr/>
          </p:nvGrpSpPr>
          <p:grpSpPr>
            <a:xfrm>
              <a:off x="7010545" y="4505557"/>
              <a:ext cx="1680139" cy="1611991"/>
              <a:chOff x="1409845" y="4761835"/>
              <a:chExt cx="1680139" cy="1611991"/>
            </a:xfrm>
          </p:grpSpPr>
          <p:pic>
            <p:nvPicPr>
              <p:cNvPr id="67" name="Picture 39" descr="MC900433050.JPG">
                <a:extLst>
                  <a:ext uri="{FF2B5EF4-FFF2-40B4-BE49-F238E27FC236}">
                    <a16:creationId xmlns:a16="http://schemas.microsoft.com/office/drawing/2014/main" id="{9F58E890-D422-4202-9219-C483813725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17594" y="5038834"/>
                <a:ext cx="1334992" cy="1334992"/>
              </a:xfrm>
              <a:prstGeom prst="rect">
                <a:avLst/>
              </a:prstGeom>
            </p:spPr>
          </p:pic>
          <p:sp>
            <p:nvSpPr>
              <p:cNvPr id="68" name="TextBox 40">
                <a:extLst>
                  <a:ext uri="{FF2B5EF4-FFF2-40B4-BE49-F238E27FC236}">
                    <a16:creationId xmlns:a16="http://schemas.microsoft.com/office/drawing/2014/main" id="{B4C93B84-F640-4190-A43B-B0D00DE52492}"/>
                  </a:ext>
                </a:extLst>
              </p:cNvPr>
              <p:cNvSpPr txBox="1"/>
              <p:nvPr/>
            </p:nvSpPr>
            <p:spPr>
              <a:xfrm>
                <a:off x="1409845" y="5432203"/>
                <a:ext cx="38995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 Roman" charset="0"/>
                  </a:rPr>
                  <a:t>B</a:t>
                </a:r>
              </a:p>
            </p:txBody>
          </p:sp>
          <p:sp>
            <p:nvSpPr>
              <p:cNvPr id="69" name="TextBox 41">
                <a:extLst>
                  <a:ext uri="{FF2B5EF4-FFF2-40B4-BE49-F238E27FC236}">
                    <a16:creationId xmlns:a16="http://schemas.microsoft.com/office/drawing/2014/main" id="{DDE4EBF7-0A7C-42CA-AB68-F10F8E25C7C4}"/>
                  </a:ext>
                </a:extLst>
              </p:cNvPr>
              <p:cNvSpPr txBox="1"/>
              <p:nvPr/>
            </p:nvSpPr>
            <p:spPr>
              <a:xfrm>
                <a:off x="1492896" y="4761835"/>
                <a:ext cx="159708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>
                    <a:latin typeface="Courier New"/>
                    <a:cs typeface="Courier New"/>
                  </a:rPr>
                  <a:t>158.147.103.222</a:t>
                </a:r>
                <a:endParaRPr lang="en-US" sz="1200" b="1" i="1" dirty="0">
                  <a:latin typeface="Courier New"/>
                  <a:cs typeface="Courier New"/>
                </a:endParaRPr>
              </a:p>
            </p:txBody>
          </p:sp>
        </p:grpSp>
        <p:grpSp>
          <p:nvGrpSpPr>
            <p:cNvPr id="25" name="Group 46">
              <a:extLst>
                <a:ext uri="{FF2B5EF4-FFF2-40B4-BE49-F238E27FC236}">
                  <a16:creationId xmlns:a16="http://schemas.microsoft.com/office/drawing/2014/main" id="{C8BEAD5C-7F2B-4A17-B046-13BF92A3151D}"/>
                </a:ext>
              </a:extLst>
            </p:cNvPr>
            <p:cNvGrpSpPr/>
            <p:nvPr/>
          </p:nvGrpSpPr>
          <p:grpSpPr>
            <a:xfrm>
              <a:off x="5494042" y="3267849"/>
              <a:ext cx="1227696" cy="1120348"/>
              <a:chOff x="5119392" y="3540899"/>
              <a:chExt cx="1227696" cy="1120348"/>
            </a:xfrm>
          </p:grpSpPr>
          <p:pic>
            <p:nvPicPr>
              <p:cNvPr id="65" name="Picture 13" descr="MC900432567.PNG">
                <a:extLst>
                  <a:ext uri="{FF2B5EF4-FFF2-40B4-BE49-F238E27FC236}">
                    <a16:creationId xmlns:a16="http://schemas.microsoft.com/office/drawing/2014/main" id="{582F3369-BB1C-4964-8289-7C5A2C183B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224322" y="3540899"/>
                <a:ext cx="1060450" cy="1060450"/>
              </a:xfrm>
              <a:prstGeom prst="rect">
                <a:avLst/>
              </a:prstGeom>
            </p:spPr>
          </p:pic>
          <p:sp>
            <p:nvSpPr>
              <p:cNvPr id="64" name="TextBox 43">
                <a:extLst>
                  <a:ext uri="{FF2B5EF4-FFF2-40B4-BE49-F238E27FC236}">
                    <a16:creationId xmlns:a16="http://schemas.microsoft.com/office/drawing/2014/main" id="{30711630-F178-45D6-B166-3FE634E2A7F9}"/>
                  </a:ext>
                </a:extLst>
              </p:cNvPr>
              <p:cNvSpPr txBox="1"/>
              <p:nvPr/>
            </p:nvSpPr>
            <p:spPr>
              <a:xfrm>
                <a:off x="5119392" y="4384248"/>
                <a:ext cx="122769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>
                    <a:latin typeface="Courier New"/>
                    <a:cs typeface="Courier New"/>
                  </a:rPr>
                  <a:t>158.147.0.1</a:t>
                </a:r>
                <a:endParaRPr lang="en-US" sz="1200" b="1" i="1" dirty="0">
                  <a:latin typeface="Courier New"/>
                  <a:cs typeface="Courier New"/>
                </a:endParaRPr>
              </a:p>
            </p:txBody>
          </p:sp>
        </p:grpSp>
        <p:grpSp>
          <p:nvGrpSpPr>
            <p:cNvPr id="26" name="Group 45">
              <a:extLst>
                <a:ext uri="{FF2B5EF4-FFF2-40B4-BE49-F238E27FC236}">
                  <a16:creationId xmlns:a16="http://schemas.microsoft.com/office/drawing/2014/main" id="{7FC9DDCD-A9B5-465F-A675-654626B112E8}"/>
                </a:ext>
              </a:extLst>
            </p:cNvPr>
            <p:cNvGrpSpPr/>
            <p:nvPr/>
          </p:nvGrpSpPr>
          <p:grpSpPr>
            <a:xfrm>
              <a:off x="3074692" y="3267849"/>
              <a:ext cx="1227696" cy="1120348"/>
              <a:chOff x="2700042" y="3540899"/>
              <a:chExt cx="1227696" cy="1120348"/>
            </a:xfrm>
          </p:grpSpPr>
          <p:pic>
            <p:nvPicPr>
              <p:cNvPr id="61" name="Picture 10" descr="MC900432567.PNG">
                <a:extLst>
                  <a:ext uri="{FF2B5EF4-FFF2-40B4-BE49-F238E27FC236}">
                    <a16:creationId xmlns:a16="http://schemas.microsoft.com/office/drawing/2014/main" id="{983ABE0A-E728-49EC-A76C-6BA862AEC4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87978" y="3540899"/>
                <a:ext cx="1060450" cy="1060450"/>
              </a:xfrm>
              <a:prstGeom prst="rect">
                <a:avLst/>
              </a:prstGeom>
            </p:spPr>
          </p:pic>
          <p:sp>
            <p:nvSpPr>
              <p:cNvPr id="60" name="TextBox 44">
                <a:extLst>
                  <a:ext uri="{FF2B5EF4-FFF2-40B4-BE49-F238E27FC236}">
                    <a16:creationId xmlns:a16="http://schemas.microsoft.com/office/drawing/2014/main" id="{4C68D528-5E63-44FA-82A4-F43DE4813711}"/>
                  </a:ext>
                </a:extLst>
              </p:cNvPr>
              <p:cNvSpPr txBox="1"/>
              <p:nvPr/>
            </p:nvSpPr>
            <p:spPr>
              <a:xfrm>
                <a:off x="2700042" y="4384248"/>
                <a:ext cx="122769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>
                    <a:latin typeface="Courier New"/>
                    <a:cs typeface="Courier New"/>
                  </a:rPr>
                  <a:t>158.132.0.1</a:t>
                </a:r>
                <a:endParaRPr lang="en-US" sz="1200" b="1" i="1" dirty="0">
                  <a:latin typeface="Courier New"/>
                  <a:cs typeface="Courier New"/>
                </a:endParaRPr>
              </a:p>
            </p:txBody>
          </p:sp>
        </p:grpSp>
        <p:cxnSp>
          <p:nvCxnSpPr>
            <p:cNvPr id="27" name="Straight Arrow Connector 49">
              <a:extLst>
                <a:ext uri="{FF2B5EF4-FFF2-40B4-BE49-F238E27FC236}">
                  <a16:creationId xmlns:a16="http://schemas.microsoft.com/office/drawing/2014/main" id="{30FB7F97-D167-4E37-B618-087ECD9E6D9B}"/>
                </a:ext>
              </a:extLst>
            </p:cNvPr>
            <p:cNvCxnSpPr/>
            <p:nvPr/>
          </p:nvCxnSpPr>
          <p:spPr>
            <a:xfrm flipV="1">
              <a:off x="2824022" y="4675805"/>
              <a:ext cx="421947" cy="369500"/>
            </a:xfrm>
            <a:prstGeom prst="straightConnector1">
              <a:avLst/>
            </a:prstGeom>
            <a:ln w="38100" cmpd="sng">
              <a:solidFill>
                <a:schemeClr val="tx1">
                  <a:lumMod val="50000"/>
                  <a:lumOff val="50000"/>
                </a:schemeClr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50">
              <a:extLst>
                <a:ext uri="{FF2B5EF4-FFF2-40B4-BE49-F238E27FC236}">
                  <a16:creationId xmlns:a16="http://schemas.microsoft.com/office/drawing/2014/main" id="{28D7D13E-FB6A-4748-8977-6AC25407D81E}"/>
                </a:ext>
              </a:extLst>
            </p:cNvPr>
            <p:cNvCxnSpPr/>
            <p:nvPr/>
          </p:nvCxnSpPr>
          <p:spPr>
            <a:xfrm flipH="1" flipV="1">
              <a:off x="6721738" y="4638711"/>
              <a:ext cx="443282" cy="369500"/>
            </a:xfrm>
            <a:prstGeom prst="straightConnector1">
              <a:avLst/>
            </a:prstGeom>
            <a:ln w="38100" cmpd="sng">
              <a:solidFill>
                <a:schemeClr val="tx1">
                  <a:lumMod val="50000"/>
                  <a:lumOff val="50000"/>
                </a:schemeClr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" name="Group 65">
              <a:extLst>
                <a:ext uri="{FF2B5EF4-FFF2-40B4-BE49-F238E27FC236}">
                  <a16:creationId xmlns:a16="http://schemas.microsoft.com/office/drawing/2014/main" id="{D137CB80-DC4C-4A5C-8540-BA49F4B16686}"/>
                </a:ext>
              </a:extLst>
            </p:cNvPr>
            <p:cNvGrpSpPr/>
            <p:nvPr/>
          </p:nvGrpSpPr>
          <p:grpSpPr>
            <a:xfrm>
              <a:off x="3212868" y="4354046"/>
              <a:ext cx="977572" cy="276999"/>
              <a:chOff x="3162628" y="4354046"/>
              <a:chExt cx="977572" cy="276999"/>
            </a:xfrm>
          </p:grpSpPr>
          <p:pic>
            <p:nvPicPr>
              <p:cNvPr id="57" name="Picture 54" descr="RJ45_Female_pure.jpeg">
                <a:extLst>
                  <a:ext uri="{FF2B5EF4-FFF2-40B4-BE49-F238E27FC236}">
                    <a16:creationId xmlns:a16="http://schemas.microsoft.com/office/drawing/2014/main" id="{C421E67C-9E77-4993-B8CF-30F13D5803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62628" y="4421258"/>
                <a:ext cx="203744" cy="168598"/>
              </a:xfrm>
              <a:prstGeom prst="rect">
                <a:avLst/>
              </a:prstGeom>
            </p:spPr>
          </p:pic>
          <p:sp>
            <p:nvSpPr>
              <p:cNvPr id="58" name="TextBox 59">
                <a:extLst>
                  <a:ext uri="{FF2B5EF4-FFF2-40B4-BE49-F238E27FC236}">
                    <a16:creationId xmlns:a16="http://schemas.microsoft.com/office/drawing/2014/main" id="{170FCFE6-0784-4EF8-BBEF-FCA283502182}"/>
                  </a:ext>
                </a:extLst>
              </p:cNvPr>
              <p:cNvSpPr txBox="1"/>
              <p:nvPr/>
            </p:nvSpPr>
            <p:spPr>
              <a:xfrm>
                <a:off x="3293469" y="4354046"/>
                <a:ext cx="8467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Times Roman" charset="0"/>
                  </a:rPr>
                  <a:t>Interface 1</a:t>
                </a:r>
              </a:p>
            </p:txBody>
          </p:sp>
        </p:grpSp>
        <p:grpSp>
          <p:nvGrpSpPr>
            <p:cNvPr id="30" name="Group 66">
              <a:extLst>
                <a:ext uri="{FF2B5EF4-FFF2-40B4-BE49-F238E27FC236}">
                  <a16:creationId xmlns:a16="http://schemas.microsoft.com/office/drawing/2014/main" id="{BDE62129-C2BB-4703-AA78-96B0EE52E93E}"/>
                </a:ext>
              </a:extLst>
            </p:cNvPr>
            <p:cNvGrpSpPr/>
            <p:nvPr/>
          </p:nvGrpSpPr>
          <p:grpSpPr>
            <a:xfrm>
              <a:off x="2988714" y="3320003"/>
              <a:ext cx="1075846" cy="276999"/>
              <a:chOff x="3038954" y="3340099"/>
              <a:chExt cx="1075846" cy="276999"/>
            </a:xfrm>
          </p:grpSpPr>
          <p:pic>
            <p:nvPicPr>
              <p:cNvPr id="55" name="Picture 53" descr="RJ45_Female_pure.jpeg">
                <a:extLst>
                  <a:ext uri="{FF2B5EF4-FFF2-40B4-BE49-F238E27FC236}">
                    <a16:creationId xmlns:a16="http://schemas.microsoft.com/office/drawing/2014/main" id="{BDCC5DEC-047E-40DB-9C67-C54ED4E4C0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911056" y="3400650"/>
                <a:ext cx="203744" cy="168598"/>
              </a:xfrm>
              <a:prstGeom prst="rect">
                <a:avLst/>
              </a:prstGeom>
            </p:spPr>
          </p:pic>
          <p:sp>
            <p:nvSpPr>
              <p:cNvPr id="56" name="TextBox 60">
                <a:extLst>
                  <a:ext uri="{FF2B5EF4-FFF2-40B4-BE49-F238E27FC236}">
                    <a16:creationId xmlns:a16="http://schemas.microsoft.com/office/drawing/2014/main" id="{8FF57D2E-548B-47F3-AA13-9A5946C060A5}"/>
                  </a:ext>
                </a:extLst>
              </p:cNvPr>
              <p:cNvSpPr txBox="1"/>
              <p:nvPr/>
            </p:nvSpPr>
            <p:spPr>
              <a:xfrm>
                <a:off x="3038954" y="3340099"/>
                <a:ext cx="8467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Times Roman" charset="0"/>
                  </a:rPr>
                  <a:t>Interface 2</a:t>
                </a:r>
              </a:p>
            </p:txBody>
          </p:sp>
        </p:grpSp>
        <p:grpSp>
          <p:nvGrpSpPr>
            <p:cNvPr id="31" name="Group 67">
              <a:extLst>
                <a:ext uri="{FF2B5EF4-FFF2-40B4-BE49-F238E27FC236}">
                  <a16:creationId xmlns:a16="http://schemas.microsoft.com/office/drawing/2014/main" id="{08D0D616-4E4D-417D-9CE4-E55583A6CC2E}"/>
                </a:ext>
              </a:extLst>
            </p:cNvPr>
            <p:cNvGrpSpPr/>
            <p:nvPr/>
          </p:nvGrpSpPr>
          <p:grpSpPr>
            <a:xfrm>
              <a:off x="3350442" y="2911048"/>
              <a:ext cx="1076380" cy="276999"/>
              <a:chOff x="3350442" y="2911048"/>
              <a:chExt cx="1076380" cy="276999"/>
            </a:xfrm>
          </p:grpSpPr>
          <p:pic>
            <p:nvPicPr>
              <p:cNvPr id="53" name="Picture 55" descr="RJ45_Female_pure.jpeg">
                <a:extLst>
                  <a:ext uri="{FF2B5EF4-FFF2-40B4-BE49-F238E27FC236}">
                    <a16:creationId xmlns:a16="http://schemas.microsoft.com/office/drawing/2014/main" id="{F33E3BCA-C06D-4BD6-B877-C8FBCF51B4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223078" y="2991648"/>
                <a:ext cx="203744" cy="168598"/>
              </a:xfrm>
              <a:prstGeom prst="rect">
                <a:avLst/>
              </a:prstGeom>
            </p:spPr>
          </p:pic>
          <p:sp>
            <p:nvSpPr>
              <p:cNvPr id="54" name="TextBox 61">
                <a:extLst>
                  <a:ext uri="{FF2B5EF4-FFF2-40B4-BE49-F238E27FC236}">
                    <a16:creationId xmlns:a16="http://schemas.microsoft.com/office/drawing/2014/main" id="{D47B5FC5-E6D5-4FCA-9F3A-C900B82E7898}"/>
                  </a:ext>
                </a:extLst>
              </p:cNvPr>
              <p:cNvSpPr txBox="1"/>
              <p:nvPr/>
            </p:nvSpPr>
            <p:spPr>
              <a:xfrm>
                <a:off x="3350442" y="2911048"/>
                <a:ext cx="8467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Times Roman" charset="0"/>
                  </a:rPr>
                  <a:t>Interface 1</a:t>
                </a:r>
              </a:p>
            </p:txBody>
          </p:sp>
        </p:grpSp>
        <p:grpSp>
          <p:nvGrpSpPr>
            <p:cNvPr id="32" name="Group 68">
              <a:extLst>
                <a:ext uri="{FF2B5EF4-FFF2-40B4-BE49-F238E27FC236}">
                  <a16:creationId xmlns:a16="http://schemas.microsoft.com/office/drawing/2014/main" id="{114DB4B0-BDE8-45A6-9306-8232E5488101}"/>
                </a:ext>
              </a:extLst>
            </p:cNvPr>
            <p:cNvGrpSpPr/>
            <p:nvPr/>
          </p:nvGrpSpPr>
          <p:grpSpPr>
            <a:xfrm>
              <a:off x="5513856" y="2905898"/>
              <a:ext cx="989671" cy="276999"/>
              <a:chOff x="5513856" y="2905898"/>
              <a:chExt cx="989671" cy="276999"/>
            </a:xfrm>
          </p:grpSpPr>
          <p:pic>
            <p:nvPicPr>
              <p:cNvPr id="51" name="Picture 56" descr="RJ45_Female_pure.jpeg">
                <a:extLst>
                  <a:ext uri="{FF2B5EF4-FFF2-40B4-BE49-F238E27FC236}">
                    <a16:creationId xmlns:a16="http://schemas.microsoft.com/office/drawing/2014/main" id="{001E6C9D-D24F-4696-9B41-7C2559B690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13856" y="2991648"/>
                <a:ext cx="203744" cy="168598"/>
              </a:xfrm>
              <a:prstGeom prst="rect">
                <a:avLst/>
              </a:prstGeom>
            </p:spPr>
          </p:pic>
          <p:sp>
            <p:nvSpPr>
              <p:cNvPr id="52" name="TextBox 62">
                <a:extLst>
                  <a:ext uri="{FF2B5EF4-FFF2-40B4-BE49-F238E27FC236}">
                    <a16:creationId xmlns:a16="http://schemas.microsoft.com/office/drawing/2014/main" id="{F269E212-7BB2-4C40-88FC-93A3D75CEA2D}"/>
                  </a:ext>
                </a:extLst>
              </p:cNvPr>
              <p:cNvSpPr txBox="1"/>
              <p:nvPr/>
            </p:nvSpPr>
            <p:spPr>
              <a:xfrm>
                <a:off x="5656796" y="2905898"/>
                <a:ext cx="8467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Times Roman" charset="0"/>
                  </a:rPr>
                  <a:t>Interface 3</a:t>
                </a:r>
              </a:p>
            </p:txBody>
          </p:sp>
        </p:grpSp>
        <p:grpSp>
          <p:nvGrpSpPr>
            <p:cNvPr id="33" name="Group 69">
              <a:extLst>
                <a:ext uri="{FF2B5EF4-FFF2-40B4-BE49-F238E27FC236}">
                  <a16:creationId xmlns:a16="http://schemas.microsoft.com/office/drawing/2014/main" id="{EE95D326-D8C8-4B1F-BFA1-0A982761C92A}"/>
                </a:ext>
              </a:extLst>
            </p:cNvPr>
            <p:cNvGrpSpPr/>
            <p:nvPr/>
          </p:nvGrpSpPr>
          <p:grpSpPr>
            <a:xfrm>
              <a:off x="5650446" y="3313845"/>
              <a:ext cx="987558" cy="276999"/>
              <a:chOff x="5650446" y="3313845"/>
              <a:chExt cx="987558" cy="276999"/>
            </a:xfrm>
          </p:grpSpPr>
          <p:pic>
            <p:nvPicPr>
              <p:cNvPr id="49" name="Picture 57" descr="RJ45_Female_pure.jpeg">
                <a:extLst>
                  <a:ext uri="{FF2B5EF4-FFF2-40B4-BE49-F238E27FC236}">
                    <a16:creationId xmlns:a16="http://schemas.microsoft.com/office/drawing/2014/main" id="{01386485-D3DE-4532-9500-B7878A39EB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650446" y="3400650"/>
                <a:ext cx="203744" cy="168598"/>
              </a:xfrm>
              <a:prstGeom prst="rect">
                <a:avLst/>
              </a:prstGeom>
            </p:spPr>
          </p:pic>
          <p:sp>
            <p:nvSpPr>
              <p:cNvPr id="50" name="TextBox 63">
                <a:extLst>
                  <a:ext uri="{FF2B5EF4-FFF2-40B4-BE49-F238E27FC236}">
                    <a16:creationId xmlns:a16="http://schemas.microsoft.com/office/drawing/2014/main" id="{90C69EA2-4A23-4EE1-B94A-8EBA924B3230}"/>
                  </a:ext>
                </a:extLst>
              </p:cNvPr>
              <p:cNvSpPr txBox="1"/>
              <p:nvPr/>
            </p:nvSpPr>
            <p:spPr>
              <a:xfrm>
                <a:off x="5791273" y="3313845"/>
                <a:ext cx="8467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Times Roman" charset="0"/>
                  </a:rPr>
                  <a:t>Interface 7</a:t>
                </a:r>
              </a:p>
            </p:txBody>
          </p:sp>
        </p:grpSp>
        <p:grpSp>
          <p:nvGrpSpPr>
            <p:cNvPr id="34" name="Group 70">
              <a:extLst>
                <a:ext uri="{FF2B5EF4-FFF2-40B4-BE49-F238E27FC236}">
                  <a16:creationId xmlns:a16="http://schemas.microsoft.com/office/drawing/2014/main" id="{CF406433-FFF4-42D5-939C-9F6F8C0A36C4}"/>
                </a:ext>
              </a:extLst>
            </p:cNvPr>
            <p:cNvGrpSpPr/>
            <p:nvPr/>
          </p:nvGrpSpPr>
          <p:grpSpPr>
            <a:xfrm>
              <a:off x="5591187" y="4347696"/>
              <a:ext cx="1068235" cy="276999"/>
              <a:chOff x="5591187" y="4347696"/>
              <a:chExt cx="1068235" cy="276999"/>
            </a:xfrm>
          </p:grpSpPr>
          <p:pic>
            <p:nvPicPr>
              <p:cNvPr id="47" name="Picture 58" descr="RJ45_Female_pure.jpeg">
                <a:extLst>
                  <a:ext uri="{FF2B5EF4-FFF2-40B4-BE49-F238E27FC236}">
                    <a16:creationId xmlns:a16="http://schemas.microsoft.com/office/drawing/2014/main" id="{1A477061-4E7A-4D21-8F1A-179EEE2A75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455678" y="4421258"/>
                <a:ext cx="203744" cy="168598"/>
              </a:xfrm>
              <a:prstGeom prst="rect">
                <a:avLst/>
              </a:prstGeom>
            </p:spPr>
          </p:pic>
          <p:sp>
            <p:nvSpPr>
              <p:cNvPr id="48" name="TextBox 64">
                <a:extLst>
                  <a:ext uri="{FF2B5EF4-FFF2-40B4-BE49-F238E27FC236}">
                    <a16:creationId xmlns:a16="http://schemas.microsoft.com/office/drawing/2014/main" id="{F84104FA-D267-43DB-A708-8ED448A8CC67}"/>
                  </a:ext>
                </a:extLst>
              </p:cNvPr>
              <p:cNvSpPr txBox="1"/>
              <p:nvPr/>
            </p:nvSpPr>
            <p:spPr>
              <a:xfrm>
                <a:off x="5591187" y="4347696"/>
                <a:ext cx="8467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Times Roman" charset="0"/>
                  </a:rPr>
                  <a:t>Interface 4</a:t>
                </a:r>
              </a:p>
            </p:txBody>
          </p:sp>
        </p:grpSp>
        <p:grpSp>
          <p:nvGrpSpPr>
            <p:cNvPr id="35" name="Group 87">
              <a:extLst>
                <a:ext uri="{FF2B5EF4-FFF2-40B4-BE49-F238E27FC236}">
                  <a16:creationId xmlns:a16="http://schemas.microsoft.com/office/drawing/2014/main" id="{235351CF-5EBE-4612-A19E-DCC62E3EA171}"/>
                </a:ext>
              </a:extLst>
            </p:cNvPr>
            <p:cNvGrpSpPr/>
            <p:nvPr/>
          </p:nvGrpSpPr>
          <p:grpSpPr>
            <a:xfrm>
              <a:off x="1631514" y="3391246"/>
              <a:ext cx="6618846" cy="277000"/>
              <a:chOff x="1631514" y="3391246"/>
              <a:chExt cx="6618846" cy="277000"/>
            </a:xfrm>
          </p:grpSpPr>
          <p:sp>
            <p:nvSpPr>
              <p:cNvPr id="44" name="TextBox 84">
                <a:extLst>
                  <a:ext uri="{FF2B5EF4-FFF2-40B4-BE49-F238E27FC236}">
                    <a16:creationId xmlns:a16="http://schemas.microsoft.com/office/drawing/2014/main" id="{94AB5FFF-E4F4-4F41-8DEF-93D7F85E768C}"/>
                  </a:ext>
                </a:extLst>
              </p:cNvPr>
              <p:cNvSpPr txBox="1"/>
              <p:nvPr/>
            </p:nvSpPr>
            <p:spPr>
              <a:xfrm>
                <a:off x="1631514" y="3391247"/>
                <a:ext cx="122769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>
                    <a:latin typeface="Courier New"/>
                    <a:cs typeface="Courier New"/>
                  </a:rPr>
                  <a:t>154.207.0.2</a:t>
                </a:r>
                <a:endParaRPr lang="en-US" sz="1200" b="1" i="1" dirty="0">
                  <a:latin typeface="Courier New"/>
                  <a:cs typeface="Courier New"/>
                </a:endParaRPr>
              </a:p>
            </p:txBody>
          </p:sp>
          <p:sp>
            <p:nvSpPr>
              <p:cNvPr id="46" name="TextBox 86">
                <a:extLst>
                  <a:ext uri="{FF2B5EF4-FFF2-40B4-BE49-F238E27FC236}">
                    <a16:creationId xmlns:a16="http://schemas.microsoft.com/office/drawing/2014/main" id="{5655E6CA-A8EF-4F10-9E1F-0FC5EA75B811}"/>
                  </a:ext>
                </a:extLst>
              </p:cNvPr>
              <p:cNvSpPr txBox="1"/>
              <p:nvPr/>
            </p:nvSpPr>
            <p:spPr>
              <a:xfrm>
                <a:off x="7022664" y="3391246"/>
                <a:ext cx="122769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>
                    <a:latin typeface="Courier New"/>
                    <a:cs typeface="Courier New"/>
                  </a:rPr>
                  <a:t>154.207.0.3</a:t>
                </a:r>
                <a:endParaRPr lang="en-US" sz="1200" b="1" i="1" dirty="0">
                  <a:latin typeface="Courier New"/>
                  <a:cs typeface="Courier New"/>
                </a:endParaRPr>
              </a:p>
            </p:txBody>
          </p:sp>
        </p:grpSp>
        <p:grpSp>
          <p:nvGrpSpPr>
            <p:cNvPr id="36" name="Group 6">
              <a:extLst>
                <a:ext uri="{FF2B5EF4-FFF2-40B4-BE49-F238E27FC236}">
                  <a16:creationId xmlns:a16="http://schemas.microsoft.com/office/drawing/2014/main" id="{3749385C-703D-45C3-95E0-5F262055C7F6}"/>
                </a:ext>
              </a:extLst>
            </p:cNvPr>
            <p:cNvGrpSpPr/>
            <p:nvPr/>
          </p:nvGrpSpPr>
          <p:grpSpPr>
            <a:xfrm>
              <a:off x="3120326" y="2054999"/>
              <a:ext cx="3585601" cy="1060450"/>
              <a:chOff x="3120326" y="2054999"/>
              <a:chExt cx="3585601" cy="1060450"/>
            </a:xfrm>
          </p:grpSpPr>
          <p:pic>
            <p:nvPicPr>
              <p:cNvPr id="37" name="Picture 7" descr="MC900432567.PNG">
                <a:extLst>
                  <a:ext uri="{FF2B5EF4-FFF2-40B4-BE49-F238E27FC236}">
                    <a16:creationId xmlns:a16="http://schemas.microsoft.com/office/drawing/2014/main" id="{E0871E5C-6BD7-4EA3-A836-DE98980BB9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453406" y="2054999"/>
                <a:ext cx="1060450" cy="1060450"/>
              </a:xfrm>
              <a:prstGeom prst="rect">
                <a:avLst/>
              </a:prstGeom>
            </p:spPr>
          </p:pic>
          <p:grpSp>
            <p:nvGrpSpPr>
              <p:cNvPr id="38" name="Group 15">
                <a:extLst>
                  <a:ext uri="{FF2B5EF4-FFF2-40B4-BE49-F238E27FC236}">
                    <a16:creationId xmlns:a16="http://schemas.microsoft.com/office/drawing/2014/main" id="{C20EFD2E-E2A5-489E-AC51-29462131116D}"/>
                  </a:ext>
                </a:extLst>
              </p:cNvPr>
              <p:cNvGrpSpPr/>
              <p:nvPr/>
            </p:nvGrpSpPr>
            <p:grpSpPr>
              <a:xfrm>
                <a:off x="3120326" y="2692747"/>
                <a:ext cx="3585601" cy="290899"/>
                <a:chOff x="3120326" y="2692747"/>
                <a:chExt cx="3585601" cy="290899"/>
              </a:xfrm>
            </p:grpSpPr>
            <p:sp>
              <p:nvSpPr>
                <p:cNvPr id="40" name="TextBox 47">
                  <a:extLst>
                    <a:ext uri="{FF2B5EF4-FFF2-40B4-BE49-F238E27FC236}">
                      <a16:creationId xmlns:a16="http://schemas.microsoft.com/office/drawing/2014/main" id="{A4405111-C054-4B4E-B0FA-53EA24AC43DE}"/>
                    </a:ext>
                  </a:extLst>
                </p:cNvPr>
                <p:cNvSpPr txBox="1"/>
                <p:nvPr/>
              </p:nvSpPr>
              <p:spPr>
                <a:xfrm>
                  <a:off x="3120326" y="2692747"/>
                  <a:ext cx="122769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b="1" dirty="0">
                      <a:latin typeface="Courier New"/>
                      <a:cs typeface="Courier New"/>
                    </a:rPr>
                    <a:t>154.207.0.1   </a:t>
                  </a:r>
                  <a:endParaRPr lang="en-US" sz="1200" b="1" i="1" dirty="0">
                    <a:latin typeface="Courier New"/>
                    <a:cs typeface="Courier New"/>
                  </a:endParaRPr>
                </a:p>
              </p:txBody>
            </p:sp>
            <p:sp>
              <p:nvSpPr>
                <p:cNvPr id="42" name="TextBox 72">
                  <a:extLst>
                    <a:ext uri="{FF2B5EF4-FFF2-40B4-BE49-F238E27FC236}">
                      <a16:creationId xmlns:a16="http://schemas.microsoft.com/office/drawing/2014/main" id="{CF5F41D9-CC12-4734-B961-CF5148013FC7}"/>
                    </a:ext>
                  </a:extLst>
                </p:cNvPr>
                <p:cNvSpPr txBox="1"/>
                <p:nvPr/>
              </p:nvSpPr>
              <p:spPr>
                <a:xfrm>
                  <a:off x="5505433" y="2706647"/>
                  <a:ext cx="120049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b="1" dirty="0">
                      <a:latin typeface="Courier New"/>
                      <a:cs typeface="Courier New"/>
                    </a:rPr>
                    <a:t>154.207.0.5   </a:t>
                  </a:r>
                  <a:endParaRPr lang="en-US" sz="1200" b="1" i="1" dirty="0">
                    <a:latin typeface="Courier New"/>
                    <a:cs typeface="Courier New"/>
                  </a:endParaRPr>
                </a:p>
              </p:txBody>
            </p:sp>
          </p:grpSp>
        </p:grpSp>
      </p:grpSp>
      <p:sp>
        <p:nvSpPr>
          <p:cNvPr id="75" name="Oval 74"/>
          <p:cNvSpPr/>
          <p:nvPr/>
        </p:nvSpPr>
        <p:spPr>
          <a:xfrm>
            <a:off x="6503527" y="4385254"/>
            <a:ext cx="899847" cy="817492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501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8585"/>
            <a:ext cx="6860458" cy="894622"/>
          </a:xfrm>
        </p:spPr>
        <p:txBody>
          <a:bodyPr/>
          <a:lstStyle/>
          <a:p>
            <a:r>
              <a:rPr lang="en-US" dirty="0"/>
              <a:t>Graph abstraction: link costs</a:t>
            </a:r>
          </a:p>
        </p:txBody>
      </p:sp>
      <p:grpSp>
        <p:nvGrpSpPr>
          <p:cNvPr id="611" name="Group 2">
            <a:extLst>
              <a:ext uri="{FF2B5EF4-FFF2-40B4-BE49-F238E27FC236}">
                <a16:creationId xmlns:a16="http://schemas.microsoft.com/office/drawing/2014/main" id="{8F3AF934-05FC-1741-9920-1E37F407434E}"/>
              </a:ext>
            </a:extLst>
          </p:cNvPr>
          <p:cNvGrpSpPr>
            <a:grpSpLocks/>
          </p:cNvGrpSpPr>
          <p:nvPr/>
        </p:nvGrpSpPr>
        <p:grpSpPr bwMode="auto">
          <a:xfrm>
            <a:off x="1238864" y="1288538"/>
            <a:ext cx="3571875" cy="2236788"/>
            <a:chOff x="3162" y="1071"/>
            <a:chExt cx="2250" cy="1409"/>
          </a:xfrm>
        </p:grpSpPr>
        <p:sp>
          <p:nvSpPr>
            <p:cNvPr id="612" name="Freeform 3">
              <a:extLst>
                <a:ext uri="{FF2B5EF4-FFF2-40B4-BE49-F238E27FC236}">
                  <a16:creationId xmlns:a16="http://schemas.microsoft.com/office/drawing/2014/main" id="{453067FB-5417-D747-A9D1-7A886199D8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3" name="Freeform 4">
              <a:extLst>
                <a:ext uri="{FF2B5EF4-FFF2-40B4-BE49-F238E27FC236}">
                  <a16:creationId xmlns:a16="http://schemas.microsoft.com/office/drawing/2014/main" id="{33DAED7D-3A7B-904E-9B5E-9FC4FC3D1E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4" name="Oval 5">
              <a:extLst>
                <a:ext uri="{FF2B5EF4-FFF2-40B4-BE49-F238E27FC236}">
                  <a16:creationId xmlns:a16="http://schemas.microsoft.com/office/drawing/2014/main" id="{2170DD72-9E40-764D-9C66-5662F5C98D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5" name="Line 6">
              <a:extLst>
                <a:ext uri="{FF2B5EF4-FFF2-40B4-BE49-F238E27FC236}">
                  <a16:creationId xmlns:a16="http://schemas.microsoft.com/office/drawing/2014/main" id="{AD1E8D51-D03D-3E44-9ECF-8CEF9C546F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6" name="Line 7">
              <a:extLst>
                <a:ext uri="{FF2B5EF4-FFF2-40B4-BE49-F238E27FC236}">
                  <a16:creationId xmlns:a16="http://schemas.microsoft.com/office/drawing/2014/main" id="{EF7881A8-F3AA-5647-81DD-BFEC3F67F9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7" name="Rectangle 8">
              <a:extLst>
                <a:ext uri="{FF2B5EF4-FFF2-40B4-BE49-F238E27FC236}">
                  <a16:creationId xmlns:a16="http://schemas.microsoft.com/office/drawing/2014/main" id="{9DDD93A0-0B9F-214B-88D4-CA45AABB31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8" name="Oval 9">
              <a:extLst>
                <a:ext uri="{FF2B5EF4-FFF2-40B4-BE49-F238E27FC236}">
                  <a16:creationId xmlns:a16="http://schemas.microsoft.com/office/drawing/2014/main" id="{D83D8A8A-8F8F-A047-B67A-4E57193F13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9" name="Oval 10">
              <a:extLst>
                <a:ext uri="{FF2B5EF4-FFF2-40B4-BE49-F238E27FC236}">
                  <a16:creationId xmlns:a16="http://schemas.microsoft.com/office/drawing/2014/main" id="{21DC2241-7526-B048-963D-024ABCFF5D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0" name="Line 11">
              <a:extLst>
                <a:ext uri="{FF2B5EF4-FFF2-40B4-BE49-F238E27FC236}">
                  <a16:creationId xmlns:a16="http://schemas.microsoft.com/office/drawing/2014/main" id="{137382C1-9446-A94A-A118-0B9E495EDA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1" name="Line 12">
              <a:extLst>
                <a:ext uri="{FF2B5EF4-FFF2-40B4-BE49-F238E27FC236}">
                  <a16:creationId xmlns:a16="http://schemas.microsoft.com/office/drawing/2014/main" id="{04A9146B-C80E-C141-9048-092B193CAB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2" name="Rectangle 13">
              <a:extLst>
                <a:ext uri="{FF2B5EF4-FFF2-40B4-BE49-F238E27FC236}">
                  <a16:creationId xmlns:a16="http://schemas.microsoft.com/office/drawing/2014/main" id="{E3CEEEB9-7637-A644-99B6-2A13DFD47D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3" name="Oval 14">
              <a:extLst>
                <a:ext uri="{FF2B5EF4-FFF2-40B4-BE49-F238E27FC236}">
                  <a16:creationId xmlns:a16="http://schemas.microsoft.com/office/drawing/2014/main" id="{C107E8DA-8746-AF42-A141-86F28CAF62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4" name="Oval 15">
              <a:extLst>
                <a:ext uri="{FF2B5EF4-FFF2-40B4-BE49-F238E27FC236}">
                  <a16:creationId xmlns:a16="http://schemas.microsoft.com/office/drawing/2014/main" id="{5F2BA590-63EE-0C46-A5CA-02573C500C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5" name="Line 16">
              <a:extLst>
                <a:ext uri="{FF2B5EF4-FFF2-40B4-BE49-F238E27FC236}">
                  <a16:creationId xmlns:a16="http://schemas.microsoft.com/office/drawing/2014/main" id="{11080E94-1F03-714E-8AB1-3B4DEA4A9A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6" name="Line 17">
              <a:extLst>
                <a:ext uri="{FF2B5EF4-FFF2-40B4-BE49-F238E27FC236}">
                  <a16:creationId xmlns:a16="http://schemas.microsoft.com/office/drawing/2014/main" id="{FE188877-FC11-9F4C-9A67-6A13C778D4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7" name="Rectangle 18">
              <a:extLst>
                <a:ext uri="{FF2B5EF4-FFF2-40B4-BE49-F238E27FC236}">
                  <a16:creationId xmlns:a16="http://schemas.microsoft.com/office/drawing/2014/main" id="{AB0D0A23-CA41-9C45-8823-F5E417571B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8" name="Oval 19">
              <a:extLst>
                <a:ext uri="{FF2B5EF4-FFF2-40B4-BE49-F238E27FC236}">
                  <a16:creationId xmlns:a16="http://schemas.microsoft.com/office/drawing/2014/main" id="{A3557876-CBC0-904A-8546-3AF399CF14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9" name="Oval 20">
              <a:extLst>
                <a:ext uri="{FF2B5EF4-FFF2-40B4-BE49-F238E27FC236}">
                  <a16:creationId xmlns:a16="http://schemas.microsoft.com/office/drawing/2014/main" id="{C3E2692B-8831-754F-9E6E-008C343B6B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0" name="Line 21">
              <a:extLst>
                <a:ext uri="{FF2B5EF4-FFF2-40B4-BE49-F238E27FC236}">
                  <a16:creationId xmlns:a16="http://schemas.microsoft.com/office/drawing/2014/main" id="{9123636B-BAFA-2440-8260-5EA0CA220D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1" name="Line 22">
              <a:extLst>
                <a:ext uri="{FF2B5EF4-FFF2-40B4-BE49-F238E27FC236}">
                  <a16:creationId xmlns:a16="http://schemas.microsoft.com/office/drawing/2014/main" id="{EFE8FE51-3AD2-4745-ADE0-A43C031219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2" name="Rectangle 23">
              <a:extLst>
                <a:ext uri="{FF2B5EF4-FFF2-40B4-BE49-F238E27FC236}">
                  <a16:creationId xmlns:a16="http://schemas.microsoft.com/office/drawing/2014/main" id="{FD42180D-C903-D144-9E3E-AD4A52F5CF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3" name="Oval 24">
              <a:extLst>
                <a:ext uri="{FF2B5EF4-FFF2-40B4-BE49-F238E27FC236}">
                  <a16:creationId xmlns:a16="http://schemas.microsoft.com/office/drawing/2014/main" id="{F07CE376-92DE-2A4B-8855-4035B688D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4" name="Oval 25">
              <a:extLst>
                <a:ext uri="{FF2B5EF4-FFF2-40B4-BE49-F238E27FC236}">
                  <a16:creationId xmlns:a16="http://schemas.microsoft.com/office/drawing/2014/main" id="{E4EA7D36-77DD-114A-A537-3E5E6AF3A9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5" name="Line 26">
              <a:extLst>
                <a:ext uri="{FF2B5EF4-FFF2-40B4-BE49-F238E27FC236}">
                  <a16:creationId xmlns:a16="http://schemas.microsoft.com/office/drawing/2014/main" id="{B4B8F4B2-F24A-4049-A3F6-305EE1D361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6" name="Line 27">
              <a:extLst>
                <a:ext uri="{FF2B5EF4-FFF2-40B4-BE49-F238E27FC236}">
                  <a16:creationId xmlns:a16="http://schemas.microsoft.com/office/drawing/2014/main" id="{A5D15F50-B753-C442-91B9-889011830A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7" name="Rectangle 28">
              <a:extLst>
                <a:ext uri="{FF2B5EF4-FFF2-40B4-BE49-F238E27FC236}">
                  <a16:creationId xmlns:a16="http://schemas.microsoft.com/office/drawing/2014/main" id="{629ABB40-A5DD-844A-ABE9-8F6A1075B3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8" name="Oval 29">
              <a:extLst>
                <a:ext uri="{FF2B5EF4-FFF2-40B4-BE49-F238E27FC236}">
                  <a16:creationId xmlns:a16="http://schemas.microsoft.com/office/drawing/2014/main" id="{FE70825F-F5BB-2A42-A076-DCF3428256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9" name="Oval 30">
              <a:extLst>
                <a:ext uri="{FF2B5EF4-FFF2-40B4-BE49-F238E27FC236}">
                  <a16:creationId xmlns:a16="http://schemas.microsoft.com/office/drawing/2014/main" id="{E5C07A67-14B1-2749-8C45-CCF8A7156D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0" name="Line 31">
              <a:extLst>
                <a:ext uri="{FF2B5EF4-FFF2-40B4-BE49-F238E27FC236}">
                  <a16:creationId xmlns:a16="http://schemas.microsoft.com/office/drawing/2014/main" id="{0542E5EA-1D03-AB4F-9FEC-B3A92BC33B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1" name="Line 32">
              <a:extLst>
                <a:ext uri="{FF2B5EF4-FFF2-40B4-BE49-F238E27FC236}">
                  <a16:creationId xmlns:a16="http://schemas.microsoft.com/office/drawing/2014/main" id="{5443EC84-61B8-B843-A6E1-5A4F636A64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2" name="Rectangle 33">
              <a:extLst>
                <a:ext uri="{FF2B5EF4-FFF2-40B4-BE49-F238E27FC236}">
                  <a16:creationId xmlns:a16="http://schemas.microsoft.com/office/drawing/2014/main" id="{9782BC94-E1A7-5740-A6A1-585BA6B4E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3" name="Oval 34">
              <a:extLst>
                <a:ext uri="{FF2B5EF4-FFF2-40B4-BE49-F238E27FC236}">
                  <a16:creationId xmlns:a16="http://schemas.microsoft.com/office/drawing/2014/main" id="{347E1E2B-9AA3-814E-88C5-98C1961995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4" name="Freeform 35">
              <a:extLst>
                <a:ext uri="{FF2B5EF4-FFF2-40B4-BE49-F238E27FC236}">
                  <a16:creationId xmlns:a16="http://schemas.microsoft.com/office/drawing/2014/main" id="{321283E4-4A33-8C40-9132-D98702BFF0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5" name="Freeform 36">
              <a:extLst>
                <a:ext uri="{FF2B5EF4-FFF2-40B4-BE49-F238E27FC236}">
                  <a16:creationId xmlns:a16="http://schemas.microsoft.com/office/drawing/2014/main" id="{E75C929F-25A5-CE44-BC4C-F4689510C26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6" name="Freeform 37">
              <a:extLst>
                <a:ext uri="{FF2B5EF4-FFF2-40B4-BE49-F238E27FC236}">
                  <a16:creationId xmlns:a16="http://schemas.microsoft.com/office/drawing/2014/main" id="{145717E6-3976-BF4C-B776-D1C932E8D6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7" name="Freeform 38">
              <a:extLst>
                <a:ext uri="{FF2B5EF4-FFF2-40B4-BE49-F238E27FC236}">
                  <a16:creationId xmlns:a16="http://schemas.microsoft.com/office/drawing/2014/main" id="{A208B769-70F6-9E4C-960A-A8DFC0ECA4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8" name="Freeform 39">
              <a:extLst>
                <a:ext uri="{FF2B5EF4-FFF2-40B4-BE49-F238E27FC236}">
                  <a16:creationId xmlns:a16="http://schemas.microsoft.com/office/drawing/2014/main" id="{B59A27ED-2064-ED4C-B8FC-0E8B32DB7B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9" name="Freeform 40">
              <a:extLst>
                <a:ext uri="{FF2B5EF4-FFF2-40B4-BE49-F238E27FC236}">
                  <a16:creationId xmlns:a16="http://schemas.microsoft.com/office/drawing/2014/main" id="{121316DC-42A4-644A-9197-5C50258A05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50" name="Freeform 41">
              <a:extLst>
                <a:ext uri="{FF2B5EF4-FFF2-40B4-BE49-F238E27FC236}">
                  <a16:creationId xmlns:a16="http://schemas.microsoft.com/office/drawing/2014/main" id="{12DEF568-9364-4644-9D5B-A432330238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51" name="Freeform 42">
              <a:extLst>
                <a:ext uri="{FF2B5EF4-FFF2-40B4-BE49-F238E27FC236}">
                  <a16:creationId xmlns:a16="http://schemas.microsoft.com/office/drawing/2014/main" id="{DFA2F297-7F20-564C-A937-26867B0AEE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52" name="Freeform 43">
              <a:extLst>
                <a:ext uri="{FF2B5EF4-FFF2-40B4-BE49-F238E27FC236}">
                  <a16:creationId xmlns:a16="http://schemas.microsoft.com/office/drawing/2014/main" id="{62A27136-D795-774F-8FF9-34713D46471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653" name="Group 44">
              <a:extLst>
                <a:ext uri="{FF2B5EF4-FFF2-40B4-BE49-F238E27FC236}">
                  <a16:creationId xmlns:a16="http://schemas.microsoft.com/office/drawing/2014/main" id="{C99C2CD4-C4EA-C04D-8AAE-36D8B62990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679" name="Rectangle 45">
                <a:extLst>
                  <a:ext uri="{FF2B5EF4-FFF2-40B4-BE49-F238E27FC236}">
                    <a16:creationId xmlns:a16="http://schemas.microsoft.com/office/drawing/2014/main" id="{1CABD7F6-8165-8E4A-BE47-7EF07B5564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80" name="Text Box 46">
                <a:extLst>
                  <a:ext uri="{FF2B5EF4-FFF2-40B4-BE49-F238E27FC236}">
                    <a16:creationId xmlns:a16="http://schemas.microsoft.com/office/drawing/2014/main" id="{92427952-B2CD-2346-8330-8A5FCBC2B9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654" name="Group 47">
              <a:extLst>
                <a:ext uri="{FF2B5EF4-FFF2-40B4-BE49-F238E27FC236}">
                  <a16:creationId xmlns:a16="http://schemas.microsoft.com/office/drawing/2014/main" id="{976C96E8-0AD3-E941-A9F5-DF3E1A47DB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677" name="Rectangle 48">
                <a:extLst>
                  <a:ext uri="{FF2B5EF4-FFF2-40B4-BE49-F238E27FC236}">
                    <a16:creationId xmlns:a16="http://schemas.microsoft.com/office/drawing/2014/main" id="{8916E3C2-1E79-4642-85BC-BCB2EADB20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78" name="Text Box 49">
                <a:extLst>
                  <a:ext uri="{FF2B5EF4-FFF2-40B4-BE49-F238E27FC236}">
                    <a16:creationId xmlns:a16="http://schemas.microsoft.com/office/drawing/2014/main" id="{031FB18A-DC18-F847-BA60-BD8DC2013EB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655" name="Group 50">
              <a:extLst>
                <a:ext uri="{FF2B5EF4-FFF2-40B4-BE49-F238E27FC236}">
                  <a16:creationId xmlns:a16="http://schemas.microsoft.com/office/drawing/2014/main" id="{15EC6BC8-2051-9B43-8474-12F5179EE9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675" name="Rectangle 51">
                <a:extLst>
                  <a:ext uri="{FF2B5EF4-FFF2-40B4-BE49-F238E27FC236}">
                    <a16:creationId xmlns:a16="http://schemas.microsoft.com/office/drawing/2014/main" id="{1AF33268-294F-4241-927A-6DBA3F2D72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76" name="Text Box 52">
                <a:extLst>
                  <a:ext uri="{FF2B5EF4-FFF2-40B4-BE49-F238E27FC236}">
                    <a16:creationId xmlns:a16="http://schemas.microsoft.com/office/drawing/2014/main" id="{8B945CFB-A2BC-1D42-84E4-882BBC95E2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656" name="Group 53">
              <a:extLst>
                <a:ext uri="{FF2B5EF4-FFF2-40B4-BE49-F238E27FC236}">
                  <a16:creationId xmlns:a16="http://schemas.microsoft.com/office/drawing/2014/main" id="{FDD8B679-D777-2E4D-9A1F-C71EC712AE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8" y="1438"/>
              <a:ext cx="232" cy="250"/>
              <a:chOff x="2941" y="2425"/>
              <a:chExt cx="235" cy="250"/>
            </a:xfrm>
          </p:grpSpPr>
          <p:sp>
            <p:nvSpPr>
              <p:cNvPr id="673" name="Rectangle 54">
                <a:extLst>
                  <a:ext uri="{FF2B5EF4-FFF2-40B4-BE49-F238E27FC236}">
                    <a16:creationId xmlns:a16="http://schemas.microsoft.com/office/drawing/2014/main" id="{6EA1D1BF-D644-594E-9DC3-6D0351A4B4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74" name="Text Box 55">
                <a:extLst>
                  <a:ext uri="{FF2B5EF4-FFF2-40B4-BE49-F238E27FC236}">
                    <a16:creationId xmlns:a16="http://schemas.microsoft.com/office/drawing/2014/main" id="{8FCBB617-DEFB-9744-B8A4-4E1E68D8A3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1" y="2425"/>
                <a:ext cx="23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657" name="Group 56">
              <a:extLst>
                <a:ext uri="{FF2B5EF4-FFF2-40B4-BE49-F238E27FC236}">
                  <a16:creationId xmlns:a16="http://schemas.microsoft.com/office/drawing/2014/main" id="{28C30620-9B81-5A4E-A97C-60B4E0E32A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671" name="Rectangle 57">
                <a:extLst>
                  <a:ext uri="{FF2B5EF4-FFF2-40B4-BE49-F238E27FC236}">
                    <a16:creationId xmlns:a16="http://schemas.microsoft.com/office/drawing/2014/main" id="{1A44830E-FAAD-D047-825F-D463DC07C5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72" name="Text Box 58">
                <a:extLst>
                  <a:ext uri="{FF2B5EF4-FFF2-40B4-BE49-F238E27FC236}">
                    <a16:creationId xmlns:a16="http://schemas.microsoft.com/office/drawing/2014/main" id="{4A4BE0CE-ED8E-064B-AF09-AA4FC512E0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658" name="Group 59">
              <a:extLst>
                <a:ext uri="{FF2B5EF4-FFF2-40B4-BE49-F238E27FC236}">
                  <a16:creationId xmlns:a16="http://schemas.microsoft.com/office/drawing/2014/main" id="{C1F4D6C9-E81E-624A-B436-921840F8DF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669" name="Rectangle 60">
                <a:extLst>
                  <a:ext uri="{FF2B5EF4-FFF2-40B4-BE49-F238E27FC236}">
                    <a16:creationId xmlns:a16="http://schemas.microsoft.com/office/drawing/2014/main" id="{245262F4-4026-E949-9DCB-BB9B5D9D5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70" name="Text Box 61">
                <a:extLst>
                  <a:ext uri="{FF2B5EF4-FFF2-40B4-BE49-F238E27FC236}">
                    <a16:creationId xmlns:a16="http://schemas.microsoft.com/office/drawing/2014/main" id="{AEB3CE28-3923-3C4E-B064-B7F0BA975A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  <p:sp>
          <p:nvSpPr>
            <p:cNvPr id="659" name="Text Box 62">
              <a:extLst>
                <a:ext uri="{FF2B5EF4-FFF2-40B4-BE49-F238E27FC236}">
                  <a16:creationId xmlns:a16="http://schemas.microsoft.com/office/drawing/2014/main" id="{701B1242-762A-7549-8469-E0E6A32470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60" name="Text Box 63">
              <a:extLst>
                <a:ext uri="{FF2B5EF4-FFF2-40B4-BE49-F238E27FC236}">
                  <a16:creationId xmlns:a16="http://schemas.microsoft.com/office/drawing/2014/main" id="{92C7415C-205B-0141-A835-E28CCFE34A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61" name="Text Box 64">
              <a:extLst>
                <a:ext uri="{FF2B5EF4-FFF2-40B4-BE49-F238E27FC236}">
                  <a16:creationId xmlns:a16="http://schemas.microsoft.com/office/drawing/2014/main" id="{F0F0E459-A754-BC42-AAB4-E313BB45E8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62" name="Text Box 65">
              <a:extLst>
                <a:ext uri="{FF2B5EF4-FFF2-40B4-BE49-F238E27FC236}">
                  <a16:creationId xmlns:a16="http://schemas.microsoft.com/office/drawing/2014/main" id="{5A0B6924-9D83-BD4A-8CFE-9500663C14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63" name="Text Box 66">
              <a:extLst>
                <a:ext uri="{FF2B5EF4-FFF2-40B4-BE49-F238E27FC236}">
                  <a16:creationId xmlns:a16="http://schemas.microsoft.com/office/drawing/2014/main" id="{6E3E3D55-9237-C845-9A8D-D340C3E115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64" name="Text Box 67">
              <a:extLst>
                <a:ext uri="{FF2B5EF4-FFF2-40B4-BE49-F238E27FC236}">
                  <a16:creationId xmlns:a16="http://schemas.microsoft.com/office/drawing/2014/main" id="{D025C99C-DFC7-0A4F-8AAA-17320A7C5C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65" name="Text Box 68">
              <a:extLst>
                <a:ext uri="{FF2B5EF4-FFF2-40B4-BE49-F238E27FC236}">
                  <a16:creationId xmlns:a16="http://schemas.microsoft.com/office/drawing/2014/main" id="{30F29813-395E-A44E-BB9F-87C86902AF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66" name="Text Box 69">
              <a:extLst>
                <a:ext uri="{FF2B5EF4-FFF2-40B4-BE49-F238E27FC236}">
                  <a16:creationId xmlns:a16="http://schemas.microsoft.com/office/drawing/2014/main" id="{2B974974-7BCD-014C-BD76-E756B6797C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67" name="Text Box 70">
              <a:extLst>
                <a:ext uri="{FF2B5EF4-FFF2-40B4-BE49-F238E27FC236}">
                  <a16:creationId xmlns:a16="http://schemas.microsoft.com/office/drawing/2014/main" id="{F094EC90-E0AA-CB45-95E4-B52B0E9BC4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68" name="Text Box 71">
              <a:extLst>
                <a:ext uri="{FF2B5EF4-FFF2-40B4-BE49-F238E27FC236}">
                  <a16:creationId xmlns:a16="http://schemas.microsoft.com/office/drawing/2014/main" id="{CBA2DE5C-9821-9E47-AB4D-09462934E6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682" name="Text Box 72">
            <a:extLst>
              <a:ext uri="{FF2B5EF4-FFF2-40B4-BE49-F238E27FC236}">
                <a16:creationId xmlns:a16="http://schemas.microsoft.com/office/drawing/2014/main" id="{36F192F0-85DA-A647-A8F9-5CBF1CE818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35" y="3891640"/>
            <a:ext cx="2480807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800" dirty="0">
                <a:latin typeface="+mn-lt"/>
              </a:rPr>
              <a:t>graph: </a:t>
            </a:r>
            <a:r>
              <a:rPr lang="en-US" sz="2800" i="1" dirty="0">
                <a:latin typeface="+mn-lt"/>
              </a:rPr>
              <a:t>G = (N,E)</a:t>
            </a:r>
          </a:p>
          <a:p>
            <a:pPr eaLnBrk="1" hangingPunct="1"/>
            <a:endParaRPr lang="en-US" sz="2800" dirty="0"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50443A-E126-1D4D-BD75-6130D04D9E32}"/>
              </a:ext>
            </a:extLst>
          </p:cNvPr>
          <p:cNvSpPr txBox="1"/>
          <p:nvPr/>
        </p:nvSpPr>
        <p:spPr>
          <a:xfrm>
            <a:off x="5456905" y="1415845"/>
            <a:ext cx="588460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c</a:t>
            </a:r>
            <a:r>
              <a:rPr lang="en-US" sz="2400" i="1" baseline="-25000" dirty="0"/>
              <a:t>a,b</a:t>
            </a:r>
            <a:r>
              <a:rPr lang="en-US" sz="2400" i="1" dirty="0"/>
              <a:t>: </a:t>
            </a:r>
            <a:r>
              <a:rPr lang="en-US" sz="2400" dirty="0"/>
              <a:t>cost of </a:t>
            </a:r>
            <a:r>
              <a:rPr lang="en-US" sz="2400" i="1" dirty="0">
                <a:solidFill>
                  <a:srgbClr val="0000A8"/>
                </a:solidFill>
              </a:rPr>
              <a:t>direct</a:t>
            </a:r>
            <a:r>
              <a:rPr lang="en-US" sz="2400" dirty="0"/>
              <a:t> link connecting </a:t>
            </a:r>
            <a:r>
              <a:rPr lang="en-US" sz="2400" i="1" dirty="0"/>
              <a:t>a</a:t>
            </a:r>
            <a:r>
              <a:rPr lang="en-US" sz="2400" dirty="0"/>
              <a:t> and </a:t>
            </a:r>
            <a:r>
              <a:rPr lang="en-US" sz="2400" i="1" dirty="0"/>
              <a:t>b</a:t>
            </a:r>
          </a:p>
          <a:p>
            <a:r>
              <a:rPr lang="en-US" sz="2400" dirty="0"/>
              <a:t>             </a:t>
            </a:r>
            <a:r>
              <a:rPr lang="en-US" sz="2400" i="1" dirty="0"/>
              <a:t>e.g., c</a:t>
            </a:r>
            <a:r>
              <a:rPr lang="en-US" sz="2400" i="1" baseline="-25000" dirty="0"/>
              <a:t>w,z </a:t>
            </a:r>
            <a:r>
              <a:rPr lang="en-US" sz="2400" dirty="0"/>
              <a:t>= 5, </a:t>
            </a:r>
            <a:r>
              <a:rPr lang="en-US" sz="2400" i="1" dirty="0"/>
              <a:t>c</a:t>
            </a:r>
            <a:r>
              <a:rPr lang="en-US" sz="2400" i="1" baseline="-25000" dirty="0"/>
              <a:t>u,z </a:t>
            </a:r>
            <a:r>
              <a:rPr lang="en-US" sz="2400" dirty="0"/>
              <a:t>= </a:t>
            </a:r>
            <a:r>
              <a:rPr lang="en-US" sz="2400" dirty="0">
                <a:cs typeface="Arial" charset="0"/>
              </a:rPr>
              <a:t>∞</a:t>
            </a:r>
            <a:endParaRPr lang="en-US" sz="2400" dirty="0"/>
          </a:p>
          <a:p>
            <a:endParaRPr lang="en-US" sz="2400" dirty="0"/>
          </a:p>
          <a:p>
            <a:pPr marL="801688" lvl="1"/>
            <a:r>
              <a:rPr lang="en-US" sz="2400" dirty="0"/>
              <a:t>cost defined by network operator: could always be 1, or inversely related to bandwidth, or related to congestion</a:t>
            </a:r>
          </a:p>
        </p:txBody>
      </p:sp>
      <p:sp>
        <p:nvSpPr>
          <p:cNvPr id="76" name="Text Box 72">
            <a:extLst>
              <a:ext uri="{FF2B5EF4-FFF2-40B4-BE49-F238E27FC236}">
                <a16:creationId xmlns:a16="http://schemas.microsoft.com/office/drawing/2014/main" id="{BFBE2A81-FFD1-7B4E-9584-A27B7DB3EE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887" y="4530737"/>
            <a:ext cx="617194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800" i="1" dirty="0">
                <a:latin typeface="+mn-lt"/>
              </a:rPr>
              <a:t>N</a:t>
            </a:r>
            <a:r>
              <a:rPr lang="en-US" sz="2800" dirty="0">
                <a:latin typeface="+mn-lt"/>
              </a:rPr>
              <a:t> (node)</a:t>
            </a:r>
            <a:r>
              <a:rPr lang="en-US" sz="2800" i="1" dirty="0">
                <a:latin typeface="+mn-lt"/>
              </a:rPr>
              <a:t>: </a:t>
            </a:r>
            <a:r>
              <a:rPr lang="en-US" sz="2800" dirty="0">
                <a:latin typeface="+mn-lt"/>
              </a:rPr>
              <a:t>set of routers = { </a:t>
            </a:r>
            <a:r>
              <a:rPr lang="en-US" sz="2800" i="1" dirty="0">
                <a:latin typeface="+mn-lt"/>
              </a:rPr>
              <a:t>u, v, w, x, y, z </a:t>
            </a:r>
            <a:r>
              <a:rPr lang="en-US" sz="2800" dirty="0">
                <a:latin typeface="+mn-lt"/>
              </a:rPr>
              <a:t>}</a:t>
            </a:r>
          </a:p>
        </p:txBody>
      </p:sp>
      <p:sp>
        <p:nvSpPr>
          <p:cNvPr id="77" name="Text Box 72">
            <a:extLst>
              <a:ext uri="{FF2B5EF4-FFF2-40B4-BE49-F238E27FC236}">
                <a16:creationId xmlns:a16="http://schemas.microsoft.com/office/drawing/2014/main" id="{EE3DED54-15B8-EA4D-AA68-CD285B8DE3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887" y="5100328"/>
            <a:ext cx="1191390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800" i="1" dirty="0">
                <a:latin typeface="+mn-lt"/>
              </a:rPr>
              <a:t>E </a:t>
            </a:r>
            <a:r>
              <a:rPr lang="en-US" sz="2800" dirty="0">
                <a:latin typeface="+mn-lt"/>
              </a:rPr>
              <a:t>(edge)</a:t>
            </a:r>
            <a:r>
              <a:rPr lang="en-US" sz="2800" i="1" dirty="0">
                <a:latin typeface="+mn-lt"/>
              </a:rPr>
              <a:t>: </a:t>
            </a:r>
            <a:r>
              <a:rPr lang="en-US" sz="2800" dirty="0">
                <a:latin typeface="+mn-lt"/>
              </a:rPr>
              <a:t>set of links =</a:t>
            </a:r>
            <a:r>
              <a:rPr lang="en-US" sz="3200" dirty="0">
                <a:latin typeface="+mn-lt"/>
              </a:rPr>
              <a:t>{</a:t>
            </a:r>
            <a:r>
              <a:rPr lang="en-US" sz="3600" dirty="0">
                <a:latin typeface="+mn-lt"/>
              </a:rPr>
              <a:t> </a:t>
            </a:r>
            <a:r>
              <a:rPr lang="en-US" sz="2800" dirty="0">
                <a:latin typeface="+mn-lt"/>
              </a:rPr>
              <a:t>(</a:t>
            </a:r>
            <a:r>
              <a:rPr lang="en-US" sz="2800" i="1" dirty="0">
                <a:latin typeface="+mn-lt"/>
              </a:rPr>
              <a:t>u,v), (u,x), (</a:t>
            </a:r>
            <a:r>
              <a:rPr lang="en-US" sz="2800" i="1" dirty="0" err="1">
                <a:latin typeface="+mn-lt"/>
              </a:rPr>
              <a:t>u,w</a:t>
            </a:r>
            <a:r>
              <a:rPr lang="en-US" sz="2800" i="1" dirty="0">
                <a:latin typeface="+mn-lt"/>
              </a:rPr>
              <a:t>), (</a:t>
            </a:r>
            <a:r>
              <a:rPr lang="en-US" sz="2800" i="1" dirty="0" err="1">
                <a:latin typeface="+mn-lt"/>
              </a:rPr>
              <a:t>v,x</a:t>
            </a:r>
            <a:r>
              <a:rPr lang="en-US" sz="2800" i="1" dirty="0">
                <a:latin typeface="+mn-lt"/>
              </a:rPr>
              <a:t>), (v,w), (x,w), (x,y), (w,y), (w,z), (y,z</a:t>
            </a:r>
            <a:r>
              <a:rPr lang="en-US" sz="2800" dirty="0">
                <a:latin typeface="+mn-lt"/>
              </a:rPr>
              <a:t>) </a:t>
            </a:r>
            <a:r>
              <a:rPr lang="en-US" sz="3200" dirty="0">
                <a:latin typeface="+mn-lt"/>
              </a:rPr>
              <a:t>}</a:t>
            </a:r>
            <a:endParaRPr lang="en-US" sz="2800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11E1A4-5AFC-612A-9669-E1EDE1F224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204591-24BD-A542-B9D5-F8D8A88D2FEE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183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6" grpId="0"/>
      <p:bldP spid="7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8585"/>
            <a:ext cx="9839632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link-state routing algorithm</a:t>
            </a: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AE9CCC8F-9B64-9843-9FF6-322BE507C6B3}"/>
              </a:ext>
            </a:extLst>
          </p:cNvPr>
          <p:cNvSpPr txBox="1">
            <a:spLocks noChangeArrowheads="1"/>
          </p:cNvSpPr>
          <p:nvPr/>
        </p:nvSpPr>
        <p:spPr>
          <a:xfrm>
            <a:off x="750989" y="1541236"/>
            <a:ext cx="5708805" cy="49037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00A8"/>
                </a:solidFill>
              </a:rPr>
              <a:t>centralized: </a:t>
            </a:r>
            <a:r>
              <a:rPr lang="en-US" dirty="0"/>
              <a:t>network topology, link costs known to </a:t>
            </a:r>
            <a:r>
              <a:rPr lang="en-US" i="1" dirty="0"/>
              <a:t>all</a:t>
            </a:r>
            <a:r>
              <a:rPr lang="en-US" dirty="0"/>
              <a:t> nodes</a:t>
            </a:r>
          </a:p>
          <a:p>
            <a:pPr lvl="1"/>
            <a:r>
              <a:rPr lang="en-US" dirty="0"/>
              <a:t>accomplished via “</a:t>
            </a:r>
            <a:r>
              <a:rPr lang="en-US" altLang="ja-JP" dirty="0"/>
              <a:t>link state broadcast” </a:t>
            </a:r>
          </a:p>
          <a:p>
            <a:pPr lvl="1"/>
            <a:r>
              <a:rPr lang="en-US" dirty="0"/>
              <a:t>all nodes have same info</a:t>
            </a:r>
          </a:p>
          <a:p>
            <a:r>
              <a:rPr lang="en-US" dirty="0"/>
              <a:t>computes least cost paths from one node (“</a:t>
            </a:r>
            <a:r>
              <a:rPr lang="en-US" altLang="ja-JP" dirty="0"/>
              <a:t>source”) to all other nodes</a:t>
            </a:r>
          </a:p>
          <a:p>
            <a:pPr lvl="1"/>
            <a:r>
              <a:rPr lang="en-US" dirty="0"/>
              <a:t>gives </a:t>
            </a:r>
            <a:r>
              <a:rPr lang="en-US" i="1" dirty="0">
                <a:solidFill>
                  <a:srgbClr val="000099"/>
                </a:solidFill>
              </a:rPr>
              <a:t>forwarding table</a:t>
            </a:r>
            <a:r>
              <a:rPr lang="en-US" dirty="0"/>
              <a:t> for that node</a:t>
            </a:r>
          </a:p>
          <a:p>
            <a:r>
              <a:rPr lang="en-US" dirty="0">
                <a:solidFill>
                  <a:srgbClr val="0000A8"/>
                </a:solidFill>
              </a:rPr>
              <a:t>iterative: </a:t>
            </a:r>
            <a:r>
              <a:rPr lang="en-US" dirty="0"/>
              <a:t>after </a:t>
            </a:r>
            <a:r>
              <a:rPr lang="en-US" i="1" dirty="0"/>
              <a:t>k</a:t>
            </a:r>
            <a:r>
              <a:rPr lang="en-US" dirty="0"/>
              <a:t> iterations, know least cost path to </a:t>
            </a:r>
            <a:r>
              <a:rPr lang="en-US" i="1" dirty="0"/>
              <a:t>k </a:t>
            </a:r>
            <a:r>
              <a:rPr lang="en-US" dirty="0"/>
              <a:t>destinations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7E67AF1-7D2F-A84A-A994-30B5519FB522}"/>
              </a:ext>
            </a:extLst>
          </p:cNvPr>
          <p:cNvGrpSpPr/>
          <p:nvPr/>
        </p:nvGrpSpPr>
        <p:grpSpPr>
          <a:xfrm>
            <a:off x="7315200" y="1524000"/>
            <a:ext cx="4441371" cy="4882184"/>
            <a:chOff x="7315200" y="1524000"/>
            <a:chExt cx="4441371" cy="4882184"/>
          </a:xfrm>
        </p:grpSpPr>
        <p:sp>
          <p:nvSpPr>
            <p:cNvPr id="24" name="Rectangle 4">
              <a:extLst>
                <a:ext uri="{FF2B5EF4-FFF2-40B4-BE49-F238E27FC236}">
                  <a16:creationId xmlns:a16="http://schemas.microsoft.com/office/drawing/2014/main" id="{D11D1E9D-A4E0-2D4D-8EB8-EB3C738C058E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387774" y="2168014"/>
              <a:ext cx="4310742" cy="4238170"/>
            </a:xfrm>
            <a:prstGeom prst="rect">
              <a:avLst/>
            </a:prstGeom>
          </p:spPr>
          <p:txBody>
            <a:bodyPr/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03225" indent="-273050">
                <a:lnSpc>
                  <a:spcPct val="85000"/>
                </a:lnSpc>
                <a:spcBef>
                  <a:spcPts val="600"/>
                </a:spcBef>
              </a:pPr>
              <a:r>
                <a:rPr lang="en-US" i="1" dirty="0" err="1">
                  <a:solidFill>
                    <a:srgbClr val="000099"/>
                  </a:solidFill>
                </a:rPr>
                <a:t>c</a:t>
              </a:r>
              <a:r>
                <a:rPr lang="en-US" i="1" baseline="-25000" dirty="0" err="1">
                  <a:solidFill>
                    <a:srgbClr val="000099"/>
                  </a:solidFill>
                </a:rPr>
                <a:t>a,b</a:t>
              </a:r>
              <a:r>
                <a:rPr lang="en-US" i="1" dirty="0">
                  <a:solidFill>
                    <a:srgbClr val="000099"/>
                  </a:solidFill>
                </a:rPr>
                <a:t>:</a:t>
              </a:r>
              <a:r>
                <a:rPr lang="en-US" sz="2400" i="1" dirty="0"/>
                <a:t> </a:t>
              </a:r>
              <a:r>
                <a:rPr lang="en-US" sz="2400" u="sng" dirty="0"/>
                <a:t>direct</a:t>
              </a:r>
              <a:r>
                <a:rPr lang="en-US" sz="2400" dirty="0"/>
                <a:t> link cost from node </a:t>
              </a:r>
              <a:r>
                <a:rPr lang="en-US" sz="2400" i="1" dirty="0"/>
                <a:t>a</a:t>
              </a:r>
              <a:r>
                <a:rPr lang="en-US" sz="2400" dirty="0"/>
                <a:t> to </a:t>
              </a:r>
              <a:r>
                <a:rPr lang="en-US" sz="2400" i="1" dirty="0"/>
                <a:t>b</a:t>
              </a:r>
              <a:r>
                <a:rPr lang="en-US" sz="2400" dirty="0"/>
                <a:t>;  = ∞ if not direct neighbors</a:t>
              </a:r>
            </a:p>
            <a:p>
              <a:pPr marL="403225" indent="-273050">
                <a:lnSpc>
                  <a:spcPct val="85000"/>
                </a:lnSpc>
                <a:spcBef>
                  <a:spcPts val="600"/>
                </a:spcBef>
              </a:pPr>
              <a:r>
                <a:rPr lang="en-US" i="1" dirty="0">
                  <a:solidFill>
                    <a:srgbClr val="000099"/>
                  </a:solidFill>
                </a:rPr>
                <a:t>D(b):</a:t>
              </a:r>
              <a:r>
                <a:rPr lang="en-US" sz="2400" i="1" dirty="0"/>
                <a:t> current</a:t>
              </a:r>
              <a:r>
                <a:rPr lang="en-US" sz="2400" dirty="0"/>
                <a:t> estimate of cost of least-cost-path from source to destination </a:t>
              </a:r>
              <a:r>
                <a:rPr lang="en-US" sz="2400" i="1" dirty="0"/>
                <a:t>b</a:t>
              </a:r>
            </a:p>
            <a:p>
              <a:pPr marL="403225" indent="-273050">
                <a:lnSpc>
                  <a:spcPct val="85000"/>
                </a:lnSpc>
                <a:spcBef>
                  <a:spcPts val="600"/>
                </a:spcBef>
              </a:pPr>
              <a:r>
                <a:rPr lang="en-US" i="1" dirty="0">
                  <a:solidFill>
                    <a:srgbClr val="000099"/>
                  </a:solidFill>
                </a:rPr>
                <a:t>p(b):</a:t>
              </a:r>
              <a:r>
                <a:rPr lang="en-US" sz="2400" i="1" dirty="0"/>
                <a:t> </a:t>
              </a:r>
              <a:r>
                <a:rPr lang="en-US" sz="2400" dirty="0"/>
                <a:t>predecessor node along path from source to </a:t>
              </a:r>
              <a:r>
                <a:rPr lang="en-US" sz="2400" i="1" dirty="0"/>
                <a:t>b</a:t>
              </a:r>
            </a:p>
            <a:p>
              <a:pPr marL="403225" indent="-273050">
                <a:lnSpc>
                  <a:spcPct val="85000"/>
                </a:lnSpc>
                <a:spcBef>
                  <a:spcPts val="600"/>
                </a:spcBef>
              </a:pPr>
              <a:r>
                <a:rPr lang="en-US" i="1" dirty="0">
                  <a:solidFill>
                    <a:srgbClr val="000099"/>
                  </a:solidFill>
                </a:rPr>
                <a:t>N</a:t>
              </a:r>
              <a:r>
                <a:rPr lang="en-US" i="1" dirty="0">
                  <a:solidFill>
                    <a:srgbClr val="000099"/>
                  </a:solidFill>
                  <a:cs typeface="Arial" charset="0"/>
                </a:rPr>
                <a:t>'</a:t>
              </a:r>
              <a:r>
                <a:rPr lang="en-US" i="1" dirty="0">
                  <a:solidFill>
                    <a:srgbClr val="000099"/>
                  </a:solidFill>
                </a:rPr>
                <a:t>:</a:t>
              </a:r>
              <a:r>
                <a:rPr lang="en-US" sz="2400" i="1" dirty="0"/>
                <a:t> </a:t>
              </a:r>
              <a:r>
                <a:rPr lang="en-US" sz="2400" dirty="0"/>
                <a:t>set of nodes whose least-cost-path </a:t>
              </a:r>
              <a:r>
                <a:rPr lang="en-US" sz="2400" i="1" dirty="0"/>
                <a:t>definitively</a:t>
              </a:r>
              <a:r>
                <a:rPr lang="en-US" sz="2400" dirty="0"/>
                <a:t> known</a:t>
              </a:r>
            </a:p>
            <a:p>
              <a:pPr>
                <a:lnSpc>
                  <a:spcPct val="75000"/>
                </a:lnSpc>
              </a:pPr>
              <a:endParaRPr lang="en-US" dirty="0">
                <a:latin typeface="Gill Sans MT" charset="0"/>
              </a:endParaRP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575BF574-1695-D54B-8932-9F284CCA9BE5}"/>
                </a:ext>
              </a:extLst>
            </p:cNvPr>
            <p:cNvSpPr/>
            <p:nvPr/>
          </p:nvSpPr>
          <p:spPr>
            <a:xfrm>
              <a:off x="7315200" y="1828800"/>
              <a:ext cx="4441371" cy="4339771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2AE01A3-6135-9744-BC6A-3A4D19D0FA06}"/>
                </a:ext>
              </a:extLst>
            </p:cNvPr>
            <p:cNvSpPr txBox="1"/>
            <p:nvPr/>
          </p:nvSpPr>
          <p:spPr>
            <a:xfrm>
              <a:off x="7823199" y="1524000"/>
              <a:ext cx="1608967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rgbClr val="C00000"/>
                  </a:solidFill>
                </a:rPr>
                <a:t>notation</a:t>
              </a:r>
            </a:p>
          </p:txBody>
        </p: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AFC119-9DC2-953D-BDCC-1E6D997909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204591-24BD-A542-B9D5-F8D8A88D2FEE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962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D1BF78F-2764-A548-ABF1-4B1E42A705DA}"/>
              </a:ext>
            </a:extLst>
          </p:cNvPr>
          <p:cNvGrpSpPr/>
          <p:nvPr/>
        </p:nvGrpSpPr>
        <p:grpSpPr>
          <a:xfrm>
            <a:off x="1088571" y="3643090"/>
            <a:ext cx="1669144" cy="2786743"/>
            <a:chOff x="391885" y="3599543"/>
            <a:chExt cx="1669144" cy="2786743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2D7BEC2C-0D8F-4B40-94FB-EBBC0F3C072B}"/>
                </a:ext>
              </a:extLst>
            </p:cNvPr>
            <p:cNvSpPr/>
            <p:nvPr/>
          </p:nvSpPr>
          <p:spPr>
            <a:xfrm>
              <a:off x="391885" y="3599543"/>
              <a:ext cx="1480458" cy="2786743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65DE2F2-C2A0-5A4A-BDC1-ACDB6130E0FD}"/>
                </a:ext>
              </a:extLst>
            </p:cNvPr>
            <p:cNvSpPr/>
            <p:nvPr/>
          </p:nvSpPr>
          <p:spPr>
            <a:xfrm>
              <a:off x="1161143" y="3715658"/>
              <a:ext cx="899886" cy="25835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99703E9-6EB8-4942-9B41-791473B66075}"/>
                </a:ext>
              </a:extLst>
            </p:cNvPr>
            <p:cNvCxnSpPr>
              <a:cxnSpLocks/>
            </p:cNvCxnSpPr>
            <p:nvPr/>
          </p:nvCxnSpPr>
          <p:spPr>
            <a:xfrm>
              <a:off x="1377950" y="3679825"/>
              <a:ext cx="144237" cy="107497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8585"/>
            <a:ext cx="9839632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link-state routing algorithm</a:t>
            </a: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E360F75D-37CB-A045-9AC4-50629DAD82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7412" y="1225689"/>
            <a:ext cx="9799235" cy="2419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000" dirty="0">
                <a:latin typeface="+mn-lt"/>
              </a:rPr>
              <a:t>1  </a:t>
            </a:r>
            <a:r>
              <a:rPr lang="en-US" i="1" dirty="0">
                <a:solidFill>
                  <a:srgbClr val="0000A8"/>
                </a:solidFill>
                <a:latin typeface="+mn-lt"/>
              </a:rPr>
              <a:t>Initialization:</a:t>
            </a:r>
            <a:r>
              <a:rPr lang="en-US" dirty="0">
                <a:solidFill>
                  <a:srgbClr val="0000A8"/>
                </a:solidFill>
                <a:latin typeface="+mn-lt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+mn-lt"/>
              </a:rPr>
              <a:t>2   </a:t>
            </a:r>
            <a:r>
              <a:rPr lang="en-US" i="1" dirty="0">
                <a:latin typeface="+mn-lt"/>
              </a:rPr>
              <a:t> N</a:t>
            </a:r>
            <a:r>
              <a:rPr lang="en-US" i="1" dirty="0">
                <a:latin typeface="+mn-lt"/>
                <a:cs typeface="Arial" charset="0"/>
              </a:rPr>
              <a:t>'</a:t>
            </a:r>
            <a:r>
              <a:rPr lang="en-US" i="1" dirty="0">
                <a:latin typeface="+mn-lt"/>
              </a:rPr>
              <a:t> </a:t>
            </a:r>
            <a:r>
              <a:rPr lang="en-US" dirty="0">
                <a:latin typeface="+mn-lt"/>
              </a:rPr>
              <a:t>= {</a:t>
            </a:r>
            <a:r>
              <a:rPr lang="en-US" i="1" dirty="0">
                <a:latin typeface="+mn-lt"/>
              </a:rPr>
              <a:t>u</a:t>
            </a:r>
            <a:r>
              <a:rPr lang="en-US" dirty="0">
                <a:latin typeface="+mn-lt"/>
              </a:rPr>
              <a:t>}                              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/* compute </a:t>
            </a:r>
            <a:r>
              <a:rPr lang="en-US" sz="1600" dirty="0"/>
              <a:t>least cost path from u </a:t>
            </a:r>
            <a:r>
              <a:rPr lang="en-US" altLang="ja-JP" sz="1600" dirty="0"/>
              <a:t>to all other nodes */</a:t>
            </a:r>
            <a:endParaRPr lang="en-US" dirty="0">
              <a:latin typeface="+mn-lt"/>
            </a:endParaRPr>
          </a:p>
          <a:p>
            <a:pPr>
              <a:lnSpc>
                <a:spcPct val="90000"/>
              </a:lnSpc>
            </a:pPr>
            <a:r>
              <a:rPr lang="en-US" dirty="0">
                <a:latin typeface="+mn-lt"/>
              </a:rPr>
              <a:t>3    for all nodes </a:t>
            </a:r>
            <a:r>
              <a:rPr lang="en-US" i="1" dirty="0">
                <a:latin typeface="+mn-lt"/>
              </a:rPr>
              <a:t>b</a:t>
            </a:r>
            <a:r>
              <a:rPr lang="en-US" dirty="0">
                <a:latin typeface="+mn-lt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+mn-lt"/>
              </a:rPr>
              <a:t>4      if </a:t>
            </a:r>
            <a:r>
              <a:rPr lang="en-US" i="1" dirty="0">
                <a:latin typeface="+mn-lt"/>
              </a:rPr>
              <a:t>b</a:t>
            </a:r>
            <a:r>
              <a:rPr lang="en-US" dirty="0">
                <a:latin typeface="+mn-lt"/>
              </a:rPr>
              <a:t> adjacent to </a:t>
            </a:r>
            <a:r>
              <a:rPr lang="en-US" i="1" dirty="0">
                <a:latin typeface="+mn-lt"/>
              </a:rPr>
              <a:t>u</a:t>
            </a:r>
            <a:r>
              <a:rPr lang="en-US" dirty="0">
                <a:latin typeface="+mn-lt"/>
              </a:rPr>
              <a:t>            </a:t>
            </a:r>
            <a:r>
              <a:rPr lang="en-US" sz="1800" dirty="0">
                <a:latin typeface="+mn-lt"/>
              </a:rPr>
              <a:t>/* </a:t>
            </a:r>
            <a:r>
              <a:rPr lang="en-US" sz="1800" i="1" dirty="0">
                <a:latin typeface="+mn-lt"/>
              </a:rPr>
              <a:t>u </a:t>
            </a:r>
            <a:r>
              <a:rPr lang="en-US" sz="1800" dirty="0">
                <a:latin typeface="+mn-lt"/>
              </a:rPr>
              <a:t>initially</a:t>
            </a:r>
            <a:r>
              <a:rPr lang="en-US" sz="1800" i="1" dirty="0">
                <a:latin typeface="+mn-lt"/>
              </a:rPr>
              <a:t> </a:t>
            </a:r>
            <a:r>
              <a:rPr lang="en-US" sz="1800" dirty="0">
                <a:latin typeface="+mn-lt"/>
              </a:rPr>
              <a:t>knows direct-path-cost only to direct neighbors     */</a:t>
            </a:r>
            <a:endParaRPr lang="en-US" dirty="0">
              <a:latin typeface="+mn-lt"/>
            </a:endParaRPr>
          </a:p>
          <a:p>
            <a:pPr>
              <a:lnSpc>
                <a:spcPct val="90000"/>
              </a:lnSpc>
            </a:pPr>
            <a:r>
              <a:rPr lang="en-US" dirty="0">
                <a:latin typeface="+mn-lt"/>
              </a:rPr>
              <a:t>5          then </a:t>
            </a:r>
            <a:r>
              <a:rPr lang="en-US" i="1" dirty="0">
                <a:latin typeface="+mn-lt"/>
              </a:rPr>
              <a:t>D(b) = </a:t>
            </a:r>
            <a:r>
              <a:rPr lang="en-US" i="1" dirty="0" err="1">
                <a:latin typeface="+mn-lt"/>
              </a:rPr>
              <a:t>c</a:t>
            </a:r>
            <a:r>
              <a:rPr lang="en-US" i="1" baseline="-25000" dirty="0" err="1">
                <a:latin typeface="+mn-lt"/>
              </a:rPr>
              <a:t>u,b</a:t>
            </a:r>
            <a:r>
              <a:rPr lang="en-US" i="1" baseline="-25000" dirty="0">
                <a:latin typeface="+mn-lt"/>
              </a:rPr>
              <a:t>      </a:t>
            </a:r>
            <a:r>
              <a:rPr lang="en-US" sz="1800" baseline="-25000" dirty="0">
                <a:latin typeface="+mn-lt"/>
              </a:rPr>
              <a:t>             </a:t>
            </a:r>
            <a:r>
              <a:rPr lang="en-US" sz="1800" dirty="0">
                <a:latin typeface="+mn-lt"/>
              </a:rPr>
              <a:t>/* but may not be </a:t>
            </a:r>
            <a:r>
              <a:rPr lang="en-US" sz="1800" i="1" dirty="0">
                <a:latin typeface="+mn-lt"/>
              </a:rPr>
              <a:t>minimum</a:t>
            </a:r>
            <a:r>
              <a:rPr lang="en-US" sz="1800" dirty="0">
                <a:latin typeface="+mn-lt"/>
              </a:rPr>
              <a:t> cost!                                                    */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+mn-lt"/>
              </a:rPr>
              <a:t>6      else </a:t>
            </a:r>
            <a:r>
              <a:rPr lang="en-US" i="1" dirty="0">
                <a:latin typeface="+mn-lt"/>
              </a:rPr>
              <a:t>D(b) </a:t>
            </a:r>
            <a:r>
              <a:rPr lang="en-US" dirty="0">
                <a:latin typeface="+mn-lt"/>
              </a:rPr>
              <a:t>= </a:t>
            </a:r>
            <a:r>
              <a:rPr lang="en-US" dirty="0">
                <a:latin typeface="+mn-lt"/>
                <a:cs typeface="Arial" charset="0"/>
              </a:rPr>
              <a:t>∞</a:t>
            </a:r>
            <a:r>
              <a:rPr lang="en-US" dirty="0">
                <a:latin typeface="+mn-lt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+mn-lt"/>
              </a:rPr>
              <a:t>7 </a:t>
            </a:r>
          </a:p>
        </p:txBody>
      </p:sp>
      <p:sp>
        <p:nvSpPr>
          <p:cNvPr id="16" name="Text Box 3">
            <a:extLst>
              <a:ext uri="{FF2B5EF4-FFF2-40B4-BE49-F238E27FC236}">
                <a16:creationId xmlns:a16="http://schemas.microsoft.com/office/drawing/2014/main" id="{E6A5B365-6E84-8F48-A98B-CE54B37170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9184" y="3194942"/>
            <a:ext cx="3075073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endParaRPr lang="en-US" dirty="0">
              <a:latin typeface="+mn-lt"/>
            </a:endParaRPr>
          </a:p>
          <a:p>
            <a:r>
              <a:rPr lang="en-US" dirty="0">
                <a:solidFill>
                  <a:srgbClr val="0000A8"/>
                </a:solidFill>
                <a:latin typeface="+mn-lt"/>
              </a:rPr>
              <a:t>8   </a:t>
            </a:r>
            <a:r>
              <a:rPr lang="en-US" i="1" dirty="0">
                <a:solidFill>
                  <a:srgbClr val="0000A8"/>
                </a:solidFill>
                <a:latin typeface="+mn-lt"/>
              </a:rPr>
              <a:t>Loop </a:t>
            </a:r>
            <a:endParaRPr lang="en-US" dirty="0">
              <a:solidFill>
                <a:srgbClr val="0000A8"/>
              </a:solidFill>
              <a:latin typeface="+mn-lt"/>
            </a:endParaRPr>
          </a:p>
          <a:p>
            <a:r>
              <a:rPr lang="en-US" dirty="0">
                <a:latin typeface="+mn-lt"/>
              </a:rPr>
              <a:t>9     </a:t>
            </a:r>
          </a:p>
          <a:p>
            <a:r>
              <a:rPr lang="en-US" dirty="0">
                <a:latin typeface="+mn-lt"/>
              </a:rPr>
              <a:t>10    </a:t>
            </a:r>
          </a:p>
          <a:p>
            <a:r>
              <a:rPr lang="en-US" dirty="0">
                <a:latin typeface="+mn-lt"/>
              </a:rPr>
              <a:t>11</a:t>
            </a:r>
          </a:p>
          <a:p>
            <a:r>
              <a:rPr lang="en-US" dirty="0">
                <a:latin typeface="+mn-lt"/>
              </a:rPr>
              <a:t>12</a:t>
            </a:r>
            <a:endParaRPr lang="en-US" b="1" dirty="0">
              <a:solidFill>
                <a:srgbClr val="CC0000"/>
              </a:solidFill>
              <a:latin typeface="+mn-lt"/>
            </a:endParaRPr>
          </a:p>
          <a:p>
            <a:r>
              <a:rPr lang="en-US" dirty="0">
                <a:latin typeface="+mn-lt"/>
              </a:rPr>
              <a:t>13</a:t>
            </a:r>
          </a:p>
          <a:p>
            <a:r>
              <a:rPr lang="en-US" dirty="0">
                <a:latin typeface="+mn-lt"/>
              </a:rPr>
              <a:t>14</a:t>
            </a:r>
          </a:p>
          <a:p>
            <a:r>
              <a:rPr lang="en-US" b="1" dirty="0">
                <a:solidFill>
                  <a:srgbClr val="0000A8"/>
                </a:solidFill>
                <a:latin typeface="+mn-lt"/>
              </a:rPr>
              <a:t>15  </a:t>
            </a:r>
            <a:r>
              <a:rPr lang="en-US" i="1" dirty="0">
                <a:solidFill>
                  <a:srgbClr val="0000A8"/>
                </a:solidFill>
                <a:latin typeface="+mn-lt"/>
              </a:rPr>
              <a:t>until all nodes in N</a:t>
            </a:r>
            <a:r>
              <a:rPr lang="en-US" i="1" dirty="0">
                <a:solidFill>
                  <a:srgbClr val="0000A8"/>
                </a:solidFill>
                <a:latin typeface="+mn-lt"/>
                <a:cs typeface="Arial" charset="0"/>
              </a:rPr>
              <a:t>'</a:t>
            </a:r>
            <a:r>
              <a:rPr lang="en-US" dirty="0">
                <a:solidFill>
                  <a:srgbClr val="0000A8"/>
                </a:solidFill>
                <a:latin typeface="+mn-lt"/>
              </a:rPr>
              <a:t> </a:t>
            </a:r>
          </a:p>
        </p:txBody>
      </p:sp>
      <p:sp>
        <p:nvSpPr>
          <p:cNvPr id="17" name="Text Box 3">
            <a:extLst>
              <a:ext uri="{FF2B5EF4-FFF2-40B4-BE49-F238E27FC236}">
                <a16:creationId xmlns:a16="http://schemas.microsoft.com/office/drawing/2014/main" id="{C3FDD5E0-11CC-FC44-8118-718358E54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7012" y="3546934"/>
            <a:ext cx="7463582" cy="2657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find </a:t>
            </a:r>
            <a:r>
              <a:rPr lang="en-US" i="1" dirty="0">
                <a:latin typeface="+mn-lt"/>
              </a:rPr>
              <a:t>a</a:t>
            </a:r>
            <a:r>
              <a:rPr lang="en-US" dirty="0">
                <a:latin typeface="+mn-lt"/>
              </a:rPr>
              <a:t> not in </a:t>
            </a:r>
            <a:r>
              <a:rPr lang="en-US" i="1" dirty="0">
                <a:latin typeface="+mn-lt"/>
              </a:rPr>
              <a:t>N</a:t>
            </a:r>
            <a:r>
              <a:rPr lang="en-US" i="1" dirty="0">
                <a:latin typeface="+mn-lt"/>
                <a:cs typeface="Arial" charset="0"/>
              </a:rPr>
              <a:t>'</a:t>
            </a:r>
            <a:r>
              <a:rPr lang="en-US" i="1" dirty="0">
                <a:latin typeface="+mn-lt"/>
              </a:rPr>
              <a:t> </a:t>
            </a:r>
            <a:r>
              <a:rPr lang="en-US" dirty="0">
                <a:latin typeface="+mn-lt"/>
              </a:rPr>
              <a:t>such that </a:t>
            </a:r>
            <a:r>
              <a:rPr lang="en-US" i="1" dirty="0">
                <a:latin typeface="+mn-lt"/>
              </a:rPr>
              <a:t>D(a) </a:t>
            </a:r>
            <a:r>
              <a:rPr lang="en-US" dirty="0">
                <a:latin typeface="+mn-lt"/>
              </a:rPr>
              <a:t>is a minimum </a:t>
            </a:r>
          </a:p>
          <a:p>
            <a:r>
              <a:rPr lang="en-US" dirty="0">
                <a:latin typeface="+mn-lt"/>
              </a:rPr>
              <a:t>add </a:t>
            </a:r>
            <a:r>
              <a:rPr lang="en-US" i="1" dirty="0">
                <a:latin typeface="+mn-lt"/>
              </a:rPr>
              <a:t>a</a:t>
            </a:r>
            <a:r>
              <a:rPr lang="en-US" dirty="0">
                <a:latin typeface="+mn-lt"/>
              </a:rPr>
              <a:t> to </a:t>
            </a:r>
            <a:r>
              <a:rPr lang="en-US" i="1" dirty="0">
                <a:latin typeface="+mn-lt"/>
              </a:rPr>
              <a:t>N</a:t>
            </a:r>
            <a:r>
              <a:rPr lang="en-US" i="1" dirty="0">
                <a:latin typeface="+mn-lt"/>
                <a:cs typeface="Arial" charset="0"/>
              </a:rPr>
              <a:t>'</a:t>
            </a:r>
            <a:r>
              <a:rPr lang="en-US" i="1" dirty="0">
                <a:latin typeface="+mn-lt"/>
              </a:rPr>
              <a:t> </a:t>
            </a:r>
          </a:p>
          <a:p>
            <a:r>
              <a:rPr lang="en-US" dirty="0">
                <a:latin typeface="+mn-lt"/>
              </a:rPr>
              <a:t>update </a:t>
            </a:r>
            <a:r>
              <a:rPr lang="en-US" i="1" dirty="0">
                <a:latin typeface="+mn-lt"/>
              </a:rPr>
              <a:t>D(b) </a:t>
            </a:r>
            <a:r>
              <a:rPr lang="en-US" dirty="0">
                <a:latin typeface="+mn-lt"/>
              </a:rPr>
              <a:t>for all</a:t>
            </a:r>
            <a:r>
              <a:rPr lang="en-US" i="1" dirty="0">
                <a:latin typeface="+mn-lt"/>
              </a:rPr>
              <a:t> b </a:t>
            </a:r>
            <a:r>
              <a:rPr lang="en-US" dirty="0">
                <a:latin typeface="+mn-lt"/>
              </a:rPr>
              <a:t>adjacent to </a:t>
            </a:r>
            <a:r>
              <a:rPr lang="en-US" i="1" dirty="0">
                <a:latin typeface="+mn-lt"/>
              </a:rPr>
              <a:t>a</a:t>
            </a:r>
            <a:r>
              <a:rPr lang="en-US" dirty="0">
                <a:latin typeface="+mn-lt"/>
              </a:rPr>
              <a:t> and not in </a:t>
            </a:r>
            <a:r>
              <a:rPr lang="en-US" i="1" dirty="0">
                <a:latin typeface="+mn-lt"/>
              </a:rPr>
              <a:t>N</a:t>
            </a:r>
            <a:r>
              <a:rPr lang="en-US" i="1" dirty="0">
                <a:latin typeface="+mn-lt"/>
                <a:cs typeface="Arial" charset="0"/>
              </a:rPr>
              <a:t>'</a:t>
            </a:r>
            <a:r>
              <a:rPr lang="en-US" i="1" dirty="0">
                <a:latin typeface="+mn-lt"/>
              </a:rPr>
              <a:t> </a:t>
            </a:r>
            <a:r>
              <a:rPr lang="en-US" dirty="0">
                <a:latin typeface="+mn-lt"/>
              </a:rPr>
              <a:t>: </a:t>
            </a:r>
          </a:p>
          <a:p>
            <a:r>
              <a:rPr lang="en-US" b="1" i="1" dirty="0">
                <a:solidFill>
                  <a:srgbClr val="CC0000"/>
                </a:solidFill>
                <a:latin typeface="+mn-lt"/>
              </a:rPr>
              <a:t>     D(b) = </a:t>
            </a:r>
            <a:r>
              <a:rPr lang="en-US" b="1" dirty="0">
                <a:solidFill>
                  <a:srgbClr val="CC0000"/>
                </a:solidFill>
                <a:latin typeface="+mn-lt"/>
              </a:rPr>
              <a:t>min</a:t>
            </a:r>
            <a:r>
              <a:rPr lang="en-US" b="1" i="1" dirty="0">
                <a:solidFill>
                  <a:srgbClr val="CC0000"/>
                </a:solidFill>
                <a:latin typeface="+mn-lt"/>
              </a:rPr>
              <a:t> </a:t>
            </a:r>
            <a:r>
              <a:rPr lang="en-US" b="1" dirty="0">
                <a:solidFill>
                  <a:srgbClr val="CC0000"/>
                </a:solidFill>
                <a:latin typeface="+mn-lt"/>
              </a:rPr>
              <a:t>( </a:t>
            </a:r>
            <a:r>
              <a:rPr lang="en-US" b="1" i="1" dirty="0">
                <a:solidFill>
                  <a:srgbClr val="CC0000"/>
                </a:solidFill>
                <a:latin typeface="+mn-lt"/>
              </a:rPr>
              <a:t>D(b),  D(a) + </a:t>
            </a:r>
            <a:r>
              <a:rPr lang="en-US" b="1" i="1" dirty="0" err="1">
                <a:solidFill>
                  <a:srgbClr val="CC0000"/>
                </a:solidFill>
                <a:latin typeface="+mn-lt"/>
              </a:rPr>
              <a:t>c</a:t>
            </a:r>
            <a:r>
              <a:rPr lang="en-US" b="1" i="1" baseline="-25000" dirty="0" err="1">
                <a:solidFill>
                  <a:srgbClr val="CC0000"/>
                </a:solidFill>
                <a:latin typeface="+mn-lt"/>
              </a:rPr>
              <a:t>a,b</a:t>
            </a:r>
            <a:r>
              <a:rPr lang="en-US" b="1" i="1" baseline="-25000" dirty="0">
                <a:solidFill>
                  <a:srgbClr val="CC0000"/>
                </a:solidFill>
                <a:latin typeface="+mn-lt"/>
              </a:rPr>
              <a:t>  </a:t>
            </a:r>
            <a:r>
              <a:rPr lang="en-US" b="1" dirty="0">
                <a:solidFill>
                  <a:srgbClr val="CC0000"/>
                </a:solidFill>
                <a:latin typeface="+mn-lt"/>
              </a:rPr>
              <a:t>)</a:t>
            </a:r>
            <a:r>
              <a:rPr lang="en-US" b="1" i="1" dirty="0">
                <a:solidFill>
                  <a:srgbClr val="CC0000"/>
                </a:solidFill>
                <a:latin typeface="+mn-lt"/>
              </a:rPr>
              <a:t> </a:t>
            </a:r>
          </a:p>
          <a:p>
            <a:pPr>
              <a:spcBef>
                <a:spcPts val="400"/>
              </a:spcBef>
            </a:pPr>
            <a:r>
              <a:rPr lang="en-US" sz="2000" dirty="0">
                <a:latin typeface="+mn-lt"/>
              </a:rPr>
              <a:t>/* new least-path-cost to </a:t>
            </a:r>
            <a:r>
              <a:rPr lang="en-US" sz="2000" i="1" dirty="0">
                <a:latin typeface="+mn-lt"/>
              </a:rPr>
              <a:t>b </a:t>
            </a:r>
            <a:r>
              <a:rPr lang="en-US" sz="2000" dirty="0">
                <a:latin typeface="+mn-lt"/>
              </a:rPr>
              <a:t>is either old least-cost-path to</a:t>
            </a:r>
            <a:r>
              <a:rPr lang="en-US" sz="2000" i="1" dirty="0">
                <a:latin typeface="+mn-lt"/>
              </a:rPr>
              <a:t> b </a:t>
            </a:r>
            <a:r>
              <a:rPr lang="en-US" sz="2000" dirty="0">
                <a:latin typeface="+mn-lt"/>
              </a:rPr>
              <a:t>or known </a:t>
            </a:r>
          </a:p>
          <a:p>
            <a:pPr>
              <a:spcBef>
                <a:spcPts val="400"/>
              </a:spcBef>
            </a:pPr>
            <a:r>
              <a:rPr lang="en-US" sz="2000" dirty="0">
                <a:latin typeface="+mn-lt"/>
              </a:rPr>
              <a:t>least-cost-path to </a:t>
            </a:r>
            <a:r>
              <a:rPr lang="en-US" sz="2000" i="1" dirty="0">
                <a:latin typeface="+mn-lt"/>
              </a:rPr>
              <a:t>a</a:t>
            </a:r>
            <a:r>
              <a:rPr lang="en-US" sz="2000" dirty="0">
                <a:latin typeface="+mn-lt"/>
              </a:rPr>
              <a:t> plus direct-cost from </a:t>
            </a:r>
            <a:r>
              <a:rPr lang="en-US" sz="2000" i="1" dirty="0">
                <a:latin typeface="+mn-lt"/>
              </a:rPr>
              <a:t>a</a:t>
            </a:r>
            <a:r>
              <a:rPr lang="en-US" sz="2000" dirty="0">
                <a:latin typeface="+mn-lt"/>
              </a:rPr>
              <a:t> to </a:t>
            </a:r>
            <a:r>
              <a:rPr lang="en-US" sz="2000" i="1" dirty="0">
                <a:latin typeface="+mn-lt"/>
              </a:rPr>
              <a:t>b</a:t>
            </a:r>
            <a:r>
              <a:rPr lang="en-US" sz="2000" dirty="0">
                <a:latin typeface="+mn-lt"/>
              </a:rPr>
              <a:t> */ 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DAD7F2A-7D25-46EF-9D59-0647F6A5D5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3030" y="2921408"/>
            <a:ext cx="3511600" cy="2280102"/>
          </a:xfrm>
          <a:prstGeom prst="rect">
            <a:avLst/>
          </a:prstGeom>
        </p:spPr>
      </p:pic>
      <p:sp>
        <p:nvSpPr>
          <p:cNvPr id="20" name="椭圆 19">
            <a:extLst>
              <a:ext uri="{FF2B5EF4-FFF2-40B4-BE49-F238E27FC236}">
                <a16:creationId xmlns:a16="http://schemas.microsoft.com/office/drawing/2014/main" id="{F9815285-7ACE-43B5-93F2-B40A1E8B40E8}"/>
              </a:ext>
            </a:extLst>
          </p:cNvPr>
          <p:cNvSpPr/>
          <p:nvPr/>
        </p:nvSpPr>
        <p:spPr>
          <a:xfrm>
            <a:off x="9565240" y="2960687"/>
            <a:ext cx="369870" cy="386509"/>
          </a:xfrm>
          <a:prstGeom prst="ellipse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AE040B46-ED0F-466C-BFD2-3C8CE01AEB4A}"/>
              </a:ext>
            </a:extLst>
          </p:cNvPr>
          <p:cNvSpPr/>
          <p:nvPr/>
        </p:nvSpPr>
        <p:spPr>
          <a:xfrm>
            <a:off x="8986197" y="4359273"/>
            <a:ext cx="369870" cy="386509"/>
          </a:xfrm>
          <a:prstGeom prst="ellipse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D643238C-AAE7-4F97-87ED-1A3B7F18902E}"/>
              </a:ext>
            </a:extLst>
          </p:cNvPr>
          <p:cNvSpPr/>
          <p:nvPr/>
        </p:nvSpPr>
        <p:spPr>
          <a:xfrm>
            <a:off x="9139382" y="3666789"/>
            <a:ext cx="369870" cy="386509"/>
          </a:xfrm>
          <a:prstGeom prst="ellipse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5" name="椭圆 19">
            <a:extLst>
              <a:ext uri="{FF2B5EF4-FFF2-40B4-BE49-F238E27FC236}">
                <a16:creationId xmlns:a16="http://schemas.microsoft.com/office/drawing/2014/main" id="{F9815285-7ACE-43B5-93F2-B40A1E8B40E8}"/>
              </a:ext>
            </a:extLst>
          </p:cNvPr>
          <p:cNvSpPr/>
          <p:nvPr/>
        </p:nvSpPr>
        <p:spPr>
          <a:xfrm>
            <a:off x="9423308" y="3407862"/>
            <a:ext cx="673771" cy="631019"/>
          </a:xfrm>
          <a:prstGeom prst="ellipse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8" name="椭圆 19">
            <a:extLst>
              <a:ext uri="{FF2B5EF4-FFF2-40B4-BE49-F238E27FC236}">
                <a16:creationId xmlns:a16="http://schemas.microsoft.com/office/drawing/2014/main" id="{F9815285-7ACE-43B5-93F2-B40A1E8B40E8}"/>
              </a:ext>
            </a:extLst>
          </p:cNvPr>
          <p:cNvSpPr/>
          <p:nvPr/>
        </p:nvSpPr>
        <p:spPr>
          <a:xfrm>
            <a:off x="10494222" y="3403540"/>
            <a:ext cx="673771" cy="631019"/>
          </a:xfrm>
          <a:prstGeom prst="ellipse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9" name="椭圆 19">
            <a:extLst>
              <a:ext uri="{FF2B5EF4-FFF2-40B4-BE49-F238E27FC236}">
                <a16:creationId xmlns:a16="http://schemas.microsoft.com/office/drawing/2014/main" id="{F9815285-7ACE-43B5-93F2-B40A1E8B40E8}"/>
              </a:ext>
            </a:extLst>
          </p:cNvPr>
          <p:cNvSpPr/>
          <p:nvPr/>
        </p:nvSpPr>
        <p:spPr>
          <a:xfrm>
            <a:off x="10494222" y="4497018"/>
            <a:ext cx="673771" cy="631019"/>
          </a:xfrm>
          <a:prstGeom prst="ellipse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A06525-2BB6-FF5B-E43E-0B175DDCF7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204591-24BD-A542-B9D5-F8D8A88D2FEE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915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/>
      <p:bldP spid="17" grpId="0"/>
      <p:bldP spid="20" grpId="0" animBg="1"/>
      <p:bldP spid="20" grpId="1" animBg="1"/>
      <p:bldP spid="22" grpId="0" animBg="1"/>
      <p:bldP spid="22" grpId="1" animBg="1"/>
      <p:bldP spid="23" grpId="0" animBg="1"/>
      <p:bldP spid="23" grpId="1" animBg="1"/>
      <p:bldP spid="15" grpId="0" animBg="1"/>
      <p:bldP spid="18" grpId="0" animBg="1"/>
      <p:bldP spid="1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51">
            <a:extLst>
              <a:ext uri="{FF2B5EF4-FFF2-40B4-BE49-F238E27FC236}">
                <a16:creationId xmlns:a16="http://schemas.microsoft.com/office/drawing/2014/main" id="{3DC340D0-8A95-8143-AD57-B872A9C6CD43}"/>
              </a:ext>
            </a:extLst>
          </p:cNvPr>
          <p:cNvGrpSpPr/>
          <p:nvPr/>
        </p:nvGrpSpPr>
        <p:grpSpPr>
          <a:xfrm>
            <a:off x="5701792" y="4279392"/>
            <a:ext cx="918006" cy="1764574"/>
            <a:chOff x="4618299" y="5972536"/>
            <a:chExt cx="2734563" cy="1944547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C27F7A7B-99F0-6C4B-B48D-B877DEAB2FD6}"/>
                </a:ext>
              </a:extLst>
            </p:cNvPr>
            <p:cNvSpPr/>
            <p:nvPr/>
          </p:nvSpPr>
          <p:spPr>
            <a:xfrm>
              <a:off x="4618299" y="5972536"/>
              <a:ext cx="2511706" cy="1944547"/>
            </a:xfrm>
            <a:prstGeom prst="rect">
              <a:avLst/>
            </a:prstGeom>
            <a:noFill/>
            <a:ln w="25400">
              <a:solidFill>
                <a:srgbClr val="0000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6" name="Rectangle 565">
              <a:extLst>
                <a:ext uri="{FF2B5EF4-FFF2-40B4-BE49-F238E27FC236}">
                  <a16:creationId xmlns:a16="http://schemas.microsoft.com/office/drawing/2014/main" id="{01376935-088F-E14B-99BC-C62CE0D1A8D3}"/>
                </a:ext>
              </a:extLst>
            </p:cNvPr>
            <p:cNvSpPr/>
            <p:nvPr/>
          </p:nvSpPr>
          <p:spPr>
            <a:xfrm>
              <a:off x="6852056" y="6129160"/>
              <a:ext cx="500806" cy="16745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67" name="Straight Arrow Connector 566">
              <a:extLst>
                <a:ext uri="{FF2B5EF4-FFF2-40B4-BE49-F238E27FC236}">
                  <a16:creationId xmlns:a16="http://schemas.microsoft.com/office/drawing/2014/main" id="{EE536074-780C-B94B-BB7B-5519ED0B8ED5}"/>
                </a:ext>
              </a:extLst>
            </p:cNvPr>
            <p:cNvCxnSpPr>
              <a:cxnSpLocks/>
            </p:cNvCxnSpPr>
            <p:nvPr/>
          </p:nvCxnSpPr>
          <p:spPr>
            <a:xfrm>
              <a:off x="7131754" y="6015734"/>
              <a:ext cx="0" cy="235302"/>
            </a:xfrm>
            <a:prstGeom prst="straightConnector1">
              <a:avLst/>
            </a:prstGeom>
            <a:ln w="25400">
              <a:solidFill>
                <a:srgbClr val="0000A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an example</a:t>
            </a:r>
          </a:p>
        </p:txBody>
      </p:sp>
      <p:sp>
        <p:nvSpPr>
          <p:cNvPr id="246" name="Text Box 3">
            <a:extLst>
              <a:ext uri="{FF2B5EF4-FFF2-40B4-BE49-F238E27FC236}">
                <a16:creationId xmlns:a16="http://schemas.microsoft.com/office/drawing/2014/main" id="{B903AE0C-4346-CF44-9481-037FB37A3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Step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0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</a:t>
            </a:r>
          </a:p>
        </p:txBody>
      </p:sp>
      <p:sp>
        <p:nvSpPr>
          <p:cNvPr id="247" name="Text Box 4">
            <a:extLst>
              <a:ext uri="{FF2B5EF4-FFF2-40B4-BE49-F238E27FC236}">
                <a16:creationId xmlns:a16="http://schemas.microsoft.com/office/drawing/2014/main" id="{940B6AB4-2B9C-424D-9073-90B490CA1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'</a:t>
            </a:r>
          </a:p>
        </p:txBody>
      </p:sp>
      <p:sp>
        <p:nvSpPr>
          <p:cNvPr id="248" name="Text Box 5">
            <a:extLst>
              <a:ext uri="{FF2B5EF4-FFF2-40B4-BE49-F238E27FC236}">
                <a16:creationId xmlns:a16="http://schemas.microsoft.com/office/drawing/2014/main" id="{BFC5A1B4-9A1A-8748-B5FA-043233C16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D(v),p(v)</a:t>
            </a:r>
          </a:p>
        </p:txBody>
      </p:sp>
      <p:sp>
        <p:nvSpPr>
          <p:cNvPr id="250" name="Text Box 7">
            <a:extLst>
              <a:ext uri="{FF2B5EF4-FFF2-40B4-BE49-F238E27FC236}">
                <a16:creationId xmlns:a16="http://schemas.microsoft.com/office/drawing/2014/main" id="{134AE2AD-F4F6-A646-BCC7-1F2E0A23E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D(x),p(x)</a:t>
            </a:r>
          </a:p>
        </p:txBody>
      </p:sp>
      <p:sp>
        <p:nvSpPr>
          <p:cNvPr id="251" name="Text Box 8">
            <a:extLst>
              <a:ext uri="{FF2B5EF4-FFF2-40B4-BE49-F238E27FC236}">
                <a16:creationId xmlns:a16="http://schemas.microsoft.com/office/drawing/2014/main" id="{A27983AD-A090-0449-BF43-DC6600055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D(y),p(y)</a:t>
            </a:r>
          </a:p>
        </p:txBody>
      </p:sp>
      <p:sp>
        <p:nvSpPr>
          <p:cNvPr id="252" name="Text Box 9">
            <a:extLst>
              <a:ext uri="{FF2B5EF4-FFF2-40B4-BE49-F238E27FC236}">
                <a16:creationId xmlns:a16="http://schemas.microsoft.com/office/drawing/2014/main" id="{297C2219-5295-1C4F-BC52-FD7236010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D(z),p(z)</a:t>
            </a:r>
          </a:p>
        </p:txBody>
      </p:sp>
      <p:sp>
        <p:nvSpPr>
          <p:cNvPr id="253" name="Line 10">
            <a:extLst>
              <a:ext uri="{FF2B5EF4-FFF2-40B4-BE49-F238E27FC236}">
                <a16:creationId xmlns:a16="http://schemas.microsoft.com/office/drawing/2014/main" id="{D9A0E014-3E4B-AA48-86C7-6D4E4AE59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9418" y="1998662"/>
            <a:ext cx="8505825" cy="95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259" name="Group 16">
            <a:extLst>
              <a:ext uri="{FF2B5EF4-FFF2-40B4-BE49-F238E27FC236}">
                <a16:creationId xmlns:a16="http://schemas.microsoft.com/office/drawing/2014/main" id="{F6D427A6-9405-2D4E-BC72-78E69E64A628}"/>
              </a:ext>
            </a:extLst>
          </p:cNvPr>
          <p:cNvGrpSpPr>
            <a:grpSpLocks/>
          </p:cNvGrpSpPr>
          <p:nvPr/>
        </p:nvGrpSpPr>
        <p:grpSpPr bwMode="auto">
          <a:xfrm>
            <a:off x="1528762" y="4132366"/>
            <a:ext cx="3571875" cy="2236788"/>
            <a:chOff x="3162" y="1071"/>
            <a:chExt cx="2250" cy="1409"/>
          </a:xfrm>
        </p:grpSpPr>
        <p:sp>
          <p:nvSpPr>
            <p:cNvPr id="260" name="Freeform 17">
              <a:extLst>
                <a:ext uri="{FF2B5EF4-FFF2-40B4-BE49-F238E27FC236}">
                  <a16:creationId xmlns:a16="http://schemas.microsoft.com/office/drawing/2014/main" id="{B59803F6-669E-C147-9AA7-07A510F23C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1" name="Freeform 18">
              <a:extLst>
                <a:ext uri="{FF2B5EF4-FFF2-40B4-BE49-F238E27FC236}">
                  <a16:creationId xmlns:a16="http://schemas.microsoft.com/office/drawing/2014/main" id="{4CE8143F-BB5D-1548-A2D1-0B3C05E2D1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2" name="Oval 19">
              <a:extLst>
                <a:ext uri="{FF2B5EF4-FFF2-40B4-BE49-F238E27FC236}">
                  <a16:creationId xmlns:a16="http://schemas.microsoft.com/office/drawing/2014/main" id="{CB2328B2-500E-0643-881F-169F140BD4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3" name="Line 20">
              <a:extLst>
                <a:ext uri="{FF2B5EF4-FFF2-40B4-BE49-F238E27FC236}">
                  <a16:creationId xmlns:a16="http://schemas.microsoft.com/office/drawing/2014/main" id="{EC0FDC3E-2336-EF44-B445-144049FF3B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4" name="Line 21">
              <a:extLst>
                <a:ext uri="{FF2B5EF4-FFF2-40B4-BE49-F238E27FC236}">
                  <a16:creationId xmlns:a16="http://schemas.microsoft.com/office/drawing/2014/main" id="{07B5F04F-0C18-CE48-93A1-4B267BBE4F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5" name="Rectangle 22">
              <a:extLst>
                <a:ext uri="{FF2B5EF4-FFF2-40B4-BE49-F238E27FC236}">
                  <a16:creationId xmlns:a16="http://schemas.microsoft.com/office/drawing/2014/main" id="{0C43506A-1E78-F54A-910F-D37EBC1EF6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6" name="Oval 23">
              <a:extLst>
                <a:ext uri="{FF2B5EF4-FFF2-40B4-BE49-F238E27FC236}">
                  <a16:creationId xmlns:a16="http://schemas.microsoft.com/office/drawing/2014/main" id="{27A71FF2-F42F-2844-AC5E-37F186F80F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7" name="Oval 24">
              <a:extLst>
                <a:ext uri="{FF2B5EF4-FFF2-40B4-BE49-F238E27FC236}">
                  <a16:creationId xmlns:a16="http://schemas.microsoft.com/office/drawing/2014/main" id="{9C47D8B7-EC1D-C743-87B3-403B84D4AD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8" name="Line 25">
              <a:extLst>
                <a:ext uri="{FF2B5EF4-FFF2-40B4-BE49-F238E27FC236}">
                  <a16:creationId xmlns:a16="http://schemas.microsoft.com/office/drawing/2014/main" id="{BEC31F1C-3B0C-3040-AD04-6FCA0D057A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9" name="Line 26">
              <a:extLst>
                <a:ext uri="{FF2B5EF4-FFF2-40B4-BE49-F238E27FC236}">
                  <a16:creationId xmlns:a16="http://schemas.microsoft.com/office/drawing/2014/main" id="{56212EB3-C962-DA44-8730-7936B2191A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0" name="Rectangle 27">
              <a:extLst>
                <a:ext uri="{FF2B5EF4-FFF2-40B4-BE49-F238E27FC236}">
                  <a16:creationId xmlns:a16="http://schemas.microsoft.com/office/drawing/2014/main" id="{70DA0FF6-1A2B-FA4D-8CF4-CF4512C722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1" name="Oval 28">
              <a:extLst>
                <a:ext uri="{FF2B5EF4-FFF2-40B4-BE49-F238E27FC236}">
                  <a16:creationId xmlns:a16="http://schemas.microsoft.com/office/drawing/2014/main" id="{91BA553D-89DC-1440-84C3-F0FFE0B7EE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2" name="Oval 29">
              <a:extLst>
                <a:ext uri="{FF2B5EF4-FFF2-40B4-BE49-F238E27FC236}">
                  <a16:creationId xmlns:a16="http://schemas.microsoft.com/office/drawing/2014/main" id="{5F155988-DD8E-7949-85F9-F8B730D85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3" name="Line 30">
              <a:extLst>
                <a:ext uri="{FF2B5EF4-FFF2-40B4-BE49-F238E27FC236}">
                  <a16:creationId xmlns:a16="http://schemas.microsoft.com/office/drawing/2014/main" id="{007AA526-21E2-1449-A457-DC487F6259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4" name="Line 31">
              <a:extLst>
                <a:ext uri="{FF2B5EF4-FFF2-40B4-BE49-F238E27FC236}">
                  <a16:creationId xmlns:a16="http://schemas.microsoft.com/office/drawing/2014/main" id="{A7D6DEE1-2254-2340-92B2-4425F8E414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5" name="Rectangle 32">
              <a:extLst>
                <a:ext uri="{FF2B5EF4-FFF2-40B4-BE49-F238E27FC236}">
                  <a16:creationId xmlns:a16="http://schemas.microsoft.com/office/drawing/2014/main" id="{CD0F76A8-F2F6-A040-A641-8C6DD2B4D0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59" name="Oval 33">
              <a:extLst>
                <a:ext uri="{FF2B5EF4-FFF2-40B4-BE49-F238E27FC236}">
                  <a16:creationId xmlns:a16="http://schemas.microsoft.com/office/drawing/2014/main" id="{021DFE64-FE6B-AF4B-A487-798FD40EE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05" name="Oval 34">
              <a:extLst>
                <a:ext uri="{FF2B5EF4-FFF2-40B4-BE49-F238E27FC236}">
                  <a16:creationId xmlns:a16="http://schemas.microsoft.com/office/drawing/2014/main" id="{D7221543-9DA7-9C4F-BF64-841725D580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06" name="Line 35">
              <a:extLst>
                <a:ext uri="{FF2B5EF4-FFF2-40B4-BE49-F238E27FC236}">
                  <a16:creationId xmlns:a16="http://schemas.microsoft.com/office/drawing/2014/main" id="{3AA9DB23-022C-B843-ACB1-9CD5A8D489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07" name="Line 36">
              <a:extLst>
                <a:ext uri="{FF2B5EF4-FFF2-40B4-BE49-F238E27FC236}">
                  <a16:creationId xmlns:a16="http://schemas.microsoft.com/office/drawing/2014/main" id="{AAE6AF87-B018-8A44-81E6-B8267ADC39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08" name="Rectangle 37">
              <a:extLst>
                <a:ext uri="{FF2B5EF4-FFF2-40B4-BE49-F238E27FC236}">
                  <a16:creationId xmlns:a16="http://schemas.microsoft.com/office/drawing/2014/main" id="{E486C5EC-F3AE-514D-8BFC-C15DDC7BC4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3" name="Oval 38">
              <a:extLst>
                <a:ext uri="{FF2B5EF4-FFF2-40B4-BE49-F238E27FC236}">
                  <a16:creationId xmlns:a16="http://schemas.microsoft.com/office/drawing/2014/main" id="{D570042E-655B-9244-B2DE-DD6B84D18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4" name="Oval 39">
              <a:extLst>
                <a:ext uri="{FF2B5EF4-FFF2-40B4-BE49-F238E27FC236}">
                  <a16:creationId xmlns:a16="http://schemas.microsoft.com/office/drawing/2014/main" id="{209FDC48-A133-7C43-A4F4-AEC33B239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5" name="Line 40">
              <a:extLst>
                <a:ext uri="{FF2B5EF4-FFF2-40B4-BE49-F238E27FC236}">
                  <a16:creationId xmlns:a16="http://schemas.microsoft.com/office/drawing/2014/main" id="{6C737D5E-249D-704B-8624-06BC6AF83F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6" name="Line 41">
              <a:extLst>
                <a:ext uri="{FF2B5EF4-FFF2-40B4-BE49-F238E27FC236}">
                  <a16:creationId xmlns:a16="http://schemas.microsoft.com/office/drawing/2014/main" id="{2BB65E91-5543-2A4A-83D1-AF4BD2A561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7" name="Rectangle 42">
              <a:extLst>
                <a:ext uri="{FF2B5EF4-FFF2-40B4-BE49-F238E27FC236}">
                  <a16:creationId xmlns:a16="http://schemas.microsoft.com/office/drawing/2014/main" id="{31754303-C1B0-564A-BC8B-D1994E2260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8" name="Oval 43">
              <a:extLst>
                <a:ext uri="{FF2B5EF4-FFF2-40B4-BE49-F238E27FC236}">
                  <a16:creationId xmlns:a16="http://schemas.microsoft.com/office/drawing/2014/main" id="{5EBC6ED3-D791-D849-8DF4-6EEC31DF92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9" name="Oval 44">
              <a:extLst>
                <a:ext uri="{FF2B5EF4-FFF2-40B4-BE49-F238E27FC236}">
                  <a16:creationId xmlns:a16="http://schemas.microsoft.com/office/drawing/2014/main" id="{69D4B18F-1B3D-AA47-B609-E5E0116A4B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23" name="Line 45">
              <a:extLst>
                <a:ext uri="{FF2B5EF4-FFF2-40B4-BE49-F238E27FC236}">
                  <a16:creationId xmlns:a16="http://schemas.microsoft.com/office/drawing/2014/main" id="{6B623BCC-754E-AD43-A91B-5BE9046197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25" name="Line 46">
              <a:extLst>
                <a:ext uri="{FF2B5EF4-FFF2-40B4-BE49-F238E27FC236}">
                  <a16:creationId xmlns:a16="http://schemas.microsoft.com/office/drawing/2014/main" id="{70C54C4E-9E9A-CB4F-9BAD-759F10AB73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27" name="Rectangle 47">
              <a:extLst>
                <a:ext uri="{FF2B5EF4-FFF2-40B4-BE49-F238E27FC236}">
                  <a16:creationId xmlns:a16="http://schemas.microsoft.com/office/drawing/2014/main" id="{48B02502-224F-614A-AF74-CA45B87B4F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2" name="Oval 48">
              <a:extLst>
                <a:ext uri="{FF2B5EF4-FFF2-40B4-BE49-F238E27FC236}">
                  <a16:creationId xmlns:a16="http://schemas.microsoft.com/office/drawing/2014/main" id="{1CBE76C4-29B1-DF47-8C80-E056EC01FE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3" name="Freeform 49">
              <a:extLst>
                <a:ext uri="{FF2B5EF4-FFF2-40B4-BE49-F238E27FC236}">
                  <a16:creationId xmlns:a16="http://schemas.microsoft.com/office/drawing/2014/main" id="{F7C58F3A-0B59-CE40-8968-EFD5B03D59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8" name="Freeform 50">
              <a:extLst>
                <a:ext uri="{FF2B5EF4-FFF2-40B4-BE49-F238E27FC236}">
                  <a16:creationId xmlns:a16="http://schemas.microsoft.com/office/drawing/2014/main" id="{5CA0B20D-583A-724F-8F77-3D2EE0DD01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3" name="Freeform 51">
              <a:extLst>
                <a:ext uri="{FF2B5EF4-FFF2-40B4-BE49-F238E27FC236}">
                  <a16:creationId xmlns:a16="http://schemas.microsoft.com/office/drawing/2014/main" id="{F9705D5A-4067-4E46-97EF-A4A7592F80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4" name="Freeform 52">
              <a:extLst>
                <a:ext uri="{FF2B5EF4-FFF2-40B4-BE49-F238E27FC236}">
                  <a16:creationId xmlns:a16="http://schemas.microsoft.com/office/drawing/2014/main" id="{22C3BA86-2C31-C244-BCC8-F79B83E99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5" name="Freeform 53">
              <a:extLst>
                <a:ext uri="{FF2B5EF4-FFF2-40B4-BE49-F238E27FC236}">
                  <a16:creationId xmlns:a16="http://schemas.microsoft.com/office/drawing/2014/main" id="{36BA8254-18D7-D841-8B10-CF1677FF4B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6" name="Freeform 54">
              <a:extLst>
                <a:ext uri="{FF2B5EF4-FFF2-40B4-BE49-F238E27FC236}">
                  <a16:creationId xmlns:a16="http://schemas.microsoft.com/office/drawing/2014/main" id="{FDD9D6F7-B6B7-8C4F-B4CD-8A42B44DA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7" name="Freeform 55">
              <a:extLst>
                <a:ext uri="{FF2B5EF4-FFF2-40B4-BE49-F238E27FC236}">
                  <a16:creationId xmlns:a16="http://schemas.microsoft.com/office/drawing/2014/main" id="{0EEE8685-1A2C-124B-AEBC-CE60F95275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8" name="Freeform 56">
              <a:extLst>
                <a:ext uri="{FF2B5EF4-FFF2-40B4-BE49-F238E27FC236}">
                  <a16:creationId xmlns:a16="http://schemas.microsoft.com/office/drawing/2014/main" id="{CDFCCD1A-99F5-3248-A9D4-80A4A3508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9" name="Freeform 57">
              <a:extLst>
                <a:ext uri="{FF2B5EF4-FFF2-40B4-BE49-F238E27FC236}">
                  <a16:creationId xmlns:a16="http://schemas.microsoft.com/office/drawing/2014/main" id="{8158BEB1-D7DD-304F-93D8-B63A3B9F79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450" name="Group 58">
              <a:extLst>
                <a:ext uri="{FF2B5EF4-FFF2-40B4-BE49-F238E27FC236}">
                  <a16:creationId xmlns:a16="http://schemas.microsoft.com/office/drawing/2014/main" id="{5708D0AB-39B8-5F4D-964A-583102F20F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476" name="Rectangle 59">
                <a:extLst>
                  <a:ext uri="{FF2B5EF4-FFF2-40B4-BE49-F238E27FC236}">
                    <a16:creationId xmlns:a16="http://schemas.microsoft.com/office/drawing/2014/main" id="{698B8676-76A7-4C47-8D65-7AD44E1F84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7" name="Text Box 60">
                <a:extLst>
                  <a:ext uri="{FF2B5EF4-FFF2-40B4-BE49-F238E27FC236}">
                    <a16:creationId xmlns:a16="http://schemas.microsoft.com/office/drawing/2014/main" id="{5163CA4B-303D-0E4C-B36C-0EB9193499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1" name="Group 61">
              <a:extLst>
                <a:ext uri="{FF2B5EF4-FFF2-40B4-BE49-F238E27FC236}">
                  <a16:creationId xmlns:a16="http://schemas.microsoft.com/office/drawing/2014/main" id="{22504589-6EDA-CD46-9F6D-B4E53859C7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474" name="Rectangle 62">
                <a:extLst>
                  <a:ext uri="{FF2B5EF4-FFF2-40B4-BE49-F238E27FC236}">
                    <a16:creationId xmlns:a16="http://schemas.microsoft.com/office/drawing/2014/main" id="{B5EB60BB-0E5E-C14B-B24B-878829D35E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5" name="Text Box 63">
                <a:extLst>
                  <a:ext uri="{FF2B5EF4-FFF2-40B4-BE49-F238E27FC236}">
                    <a16:creationId xmlns:a16="http://schemas.microsoft.com/office/drawing/2014/main" id="{AC01CA65-68FA-E340-BE13-4C47DBA310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2" name="Group 64">
              <a:extLst>
                <a:ext uri="{FF2B5EF4-FFF2-40B4-BE49-F238E27FC236}">
                  <a16:creationId xmlns:a16="http://schemas.microsoft.com/office/drawing/2014/main" id="{7E66326C-FC5C-CB48-9635-4D30ECB15D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472" name="Rectangle 65">
                <a:extLst>
                  <a:ext uri="{FF2B5EF4-FFF2-40B4-BE49-F238E27FC236}">
                    <a16:creationId xmlns:a16="http://schemas.microsoft.com/office/drawing/2014/main" id="{6BF35853-D616-6B43-8985-14AABE1F75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3" name="Text Box 66">
                <a:extLst>
                  <a:ext uri="{FF2B5EF4-FFF2-40B4-BE49-F238E27FC236}">
                    <a16:creationId xmlns:a16="http://schemas.microsoft.com/office/drawing/2014/main" id="{3282D7A0-A2E9-7F4B-A22E-01546569C5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453" name="Group 67">
              <a:extLst>
                <a:ext uri="{FF2B5EF4-FFF2-40B4-BE49-F238E27FC236}">
                  <a16:creationId xmlns:a16="http://schemas.microsoft.com/office/drawing/2014/main" id="{3104BBAE-4F76-E649-85DB-F84D22362B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8" y="1438"/>
              <a:ext cx="232" cy="250"/>
              <a:chOff x="2941" y="2425"/>
              <a:chExt cx="235" cy="250"/>
            </a:xfrm>
          </p:grpSpPr>
          <p:sp>
            <p:nvSpPr>
              <p:cNvPr id="470" name="Rectangle 68">
                <a:extLst>
                  <a:ext uri="{FF2B5EF4-FFF2-40B4-BE49-F238E27FC236}">
                    <a16:creationId xmlns:a16="http://schemas.microsoft.com/office/drawing/2014/main" id="{0CEE42FC-526E-AB47-8798-637A648485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1" name="Text Box 69">
                <a:extLst>
                  <a:ext uri="{FF2B5EF4-FFF2-40B4-BE49-F238E27FC236}">
                    <a16:creationId xmlns:a16="http://schemas.microsoft.com/office/drawing/2014/main" id="{BD20AA39-4C83-B348-A22B-DC09D5E679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1" y="2425"/>
                <a:ext cx="23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4" name="Group 70">
              <a:extLst>
                <a:ext uri="{FF2B5EF4-FFF2-40B4-BE49-F238E27FC236}">
                  <a16:creationId xmlns:a16="http://schemas.microsoft.com/office/drawing/2014/main" id="{76A8AB1F-2271-4C40-97FF-558125D0E3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468" name="Rectangle 71">
                <a:extLst>
                  <a:ext uri="{FF2B5EF4-FFF2-40B4-BE49-F238E27FC236}">
                    <a16:creationId xmlns:a16="http://schemas.microsoft.com/office/drawing/2014/main" id="{8A1243C8-B070-1144-AFC1-660A0D476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69" name="Text Box 72">
                <a:extLst>
                  <a:ext uri="{FF2B5EF4-FFF2-40B4-BE49-F238E27FC236}">
                    <a16:creationId xmlns:a16="http://schemas.microsoft.com/office/drawing/2014/main" id="{0A633A5D-CB9F-9D4A-9828-FA8DAB76D8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5" name="Group 73">
              <a:extLst>
                <a:ext uri="{FF2B5EF4-FFF2-40B4-BE49-F238E27FC236}">
                  <a16:creationId xmlns:a16="http://schemas.microsoft.com/office/drawing/2014/main" id="{1F39B98B-5A5F-9A45-8998-1BA51D5362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466" name="Rectangle 74">
                <a:extLst>
                  <a:ext uri="{FF2B5EF4-FFF2-40B4-BE49-F238E27FC236}">
                    <a16:creationId xmlns:a16="http://schemas.microsoft.com/office/drawing/2014/main" id="{6D133BDC-CBD5-E04A-956A-CB070C46E6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67" name="Text Box 75">
                <a:extLst>
                  <a:ext uri="{FF2B5EF4-FFF2-40B4-BE49-F238E27FC236}">
                    <a16:creationId xmlns:a16="http://schemas.microsoft.com/office/drawing/2014/main" id="{E22274D1-6BF0-6F4F-AA7F-923617C444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  <p:sp>
          <p:nvSpPr>
            <p:cNvPr id="456" name="Text Box 76">
              <a:extLst>
                <a:ext uri="{FF2B5EF4-FFF2-40B4-BE49-F238E27FC236}">
                  <a16:creationId xmlns:a16="http://schemas.microsoft.com/office/drawing/2014/main" id="{E87F994C-88BC-7843-84FF-C20876A28A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57" name="Text Box 77">
              <a:extLst>
                <a:ext uri="{FF2B5EF4-FFF2-40B4-BE49-F238E27FC236}">
                  <a16:creationId xmlns:a16="http://schemas.microsoft.com/office/drawing/2014/main" id="{D6E661FA-C756-184B-8F8C-454F6D2F20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58" name="Text Box 78">
              <a:extLst>
                <a:ext uri="{FF2B5EF4-FFF2-40B4-BE49-F238E27FC236}">
                  <a16:creationId xmlns:a16="http://schemas.microsoft.com/office/drawing/2014/main" id="{7AAD1753-0153-BE49-9A5A-86A6144677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59" name="Text Box 79">
              <a:extLst>
                <a:ext uri="{FF2B5EF4-FFF2-40B4-BE49-F238E27FC236}">
                  <a16:creationId xmlns:a16="http://schemas.microsoft.com/office/drawing/2014/main" id="{CE9F4FB6-1319-824C-8EE6-E829F9B813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0" name="Text Box 80">
              <a:extLst>
                <a:ext uri="{FF2B5EF4-FFF2-40B4-BE49-F238E27FC236}">
                  <a16:creationId xmlns:a16="http://schemas.microsoft.com/office/drawing/2014/main" id="{C479D34B-E495-6941-B1B8-7C27A07FA4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1" name="Text Box 81">
              <a:extLst>
                <a:ext uri="{FF2B5EF4-FFF2-40B4-BE49-F238E27FC236}">
                  <a16:creationId xmlns:a16="http://schemas.microsoft.com/office/drawing/2014/main" id="{651E935E-97A1-694E-90ED-DA0D52808F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2" name="Text Box 82">
              <a:extLst>
                <a:ext uri="{FF2B5EF4-FFF2-40B4-BE49-F238E27FC236}">
                  <a16:creationId xmlns:a16="http://schemas.microsoft.com/office/drawing/2014/main" id="{BCE34168-89E8-CA4E-B734-D7785C5D44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3" name="Text Box 83">
              <a:extLst>
                <a:ext uri="{FF2B5EF4-FFF2-40B4-BE49-F238E27FC236}">
                  <a16:creationId xmlns:a16="http://schemas.microsoft.com/office/drawing/2014/main" id="{E61D1248-702D-AA4E-A62B-3B6DB88743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4" name="Text Box 84">
              <a:extLst>
                <a:ext uri="{FF2B5EF4-FFF2-40B4-BE49-F238E27FC236}">
                  <a16:creationId xmlns:a16="http://schemas.microsoft.com/office/drawing/2014/main" id="{8E7448E7-B23E-9A4A-947C-66285C7E10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5" name="Text Box 85">
              <a:extLst>
                <a:ext uri="{FF2B5EF4-FFF2-40B4-BE49-F238E27FC236}">
                  <a16:creationId xmlns:a16="http://schemas.microsoft.com/office/drawing/2014/main" id="{EFA31E11-E078-ED44-8DB8-4912DC4806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490" name="Text Box 9">
            <a:extLst>
              <a:ext uri="{FF2B5EF4-FFF2-40B4-BE49-F238E27FC236}">
                <a16:creationId xmlns:a16="http://schemas.microsoft.com/office/drawing/2014/main" id="{7264032F-FC16-7043-941E-B120E8ED99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0547" y="3198952"/>
            <a:ext cx="5261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4,y</a:t>
            </a:r>
          </a:p>
        </p:txBody>
      </p:sp>
      <p:sp>
        <p:nvSpPr>
          <p:cNvPr id="495" name="Text Box 6">
            <a:extLst>
              <a:ext uri="{FF2B5EF4-FFF2-40B4-BE49-F238E27FC236}">
                <a16:creationId xmlns:a16="http://schemas.microsoft.com/office/drawing/2014/main" id="{A24F37E4-4175-D247-9C29-BC40A27B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9952" y="1633417"/>
            <a:ext cx="129554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D(w),p(w)</a:t>
            </a:r>
          </a:p>
        </p:txBody>
      </p:sp>
      <p:sp>
        <p:nvSpPr>
          <p:cNvPr id="498" name="Text Box 6">
            <a:extLst>
              <a:ext uri="{FF2B5EF4-FFF2-40B4-BE49-F238E27FC236}">
                <a16:creationId xmlns:a16="http://schemas.microsoft.com/office/drawing/2014/main" id="{64BB3F8B-CE19-1C41-B2C9-B564AF1B5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37414" y="2958717"/>
            <a:ext cx="1284288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D(w),p(w)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5,u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4,x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3,y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3,y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1973CA4-9B72-A545-BA9F-40D90EB8CE03}"/>
              </a:ext>
            </a:extLst>
          </p:cNvPr>
          <p:cNvGrpSpPr/>
          <p:nvPr/>
        </p:nvGrpSpPr>
        <p:grpSpPr>
          <a:xfrm>
            <a:off x="5554672" y="2866120"/>
            <a:ext cx="4461980" cy="406922"/>
            <a:chOff x="5554672" y="2866120"/>
            <a:chExt cx="4461980" cy="406922"/>
          </a:xfrm>
        </p:grpSpPr>
        <p:sp>
          <p:nvSpPr>
            <p:cNvPr id="489" name="Text Box 9">
              <a:extLst>
                <a:ext uri="{FF2B5EF4-FFF2-40B4-BE49-F238E27FC236}">
                  <a16:creationId xmlns:a16="http://schemas.microsoft.com/office/drawing/2014/main" id="{AF5565C2-0153-3D44-85CB-BBD065682D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0547" y="2872932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4,y</a:t>
              </a:r>
            </a:p>
          </p:txBody>
        </p:sp>
        <p:sp>
          <p:nvSpPr>
            <p:cNvPr id="499" name="Text Box 6">
              <a:extLst>
                <a:ext uri="{FF2B5EF4-FFF2-40B4-BE49-F238E27FC236}">
                  <a16:creationId xmlns:a16="http://schemas.microsoft.com/office/drawing/2014/main" id="{B7834F0D-0E0E-F04D-A076-86B8692EFB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54672" y="2866120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3,y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83A2ED86-B66C-0F49-818B-087416791E66}"/>
              </a:ext>
            </a:extLst>
          </p:cNvPr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249" name="Text Box 6">
              <a:extLst>
                <a:ext uri="{FF2B5EF4-FFF2-40B4-BE49-F238E27FC236}">
                  <a16:creationId xmlns:a16="http://schemas.microsoft.com/office/drawing/2014/main" id="{CD4FA9CE-7149-A440-83C1-21E98C3A6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5,u</a:t>
              </a:r>
            </a:p>
          </p:txBody>
        </p:sp>
        <p:sp>
          <p:nvSpPr>
            <p:cNvPr id="483" name="Text Box 9">
              <a:extLst>
                <a:ext uri="{FF2B5EF4-FFF2-40B4-BE49-F238E27FC236}">
                  <a16:creationId xmlns:a16="http://schemas.microsoft.com/office/drawing/2014/main" id="{451C47E2-E094-7147-A23C-5212BC8FB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3" name="Text Box 9">
              <a:extLst>
                <a:ext uri="{FF2B5EF4-FFF2-40B4-BE49-F238E27FC236}">
                  <a16:creationId xmlns:a16="http://schemas.microsoft.com/office/drawing/2014/main" id="{77161A6C-F59E-E646-A81F-7F211BDD0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4" name="Text Box 7">
              <a:extLst>
                <a:ext uri="{FF2B5EF4-FFF2-40B4-BE49-F238E27FC236}">
                  <a16:creationId xmlns:a16="http://schemas.microsoft.com/office/drawing/2014/main" id="{052BF5DE-999E-0047-B15A-B0A0D539A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1,u</a:t>
              </a:r>
            </a:p>
          </p:txBody>
        </p:sp>
        <p:sp>
          <p:nvSpPr>
            <p:cNvPr id="500" name="Text Box 5">
              <a:extLst>
                <a:ext uri="{FF2B5EF4-FFF2-40B4-BE49-F238E27FC236}">
                  <a16:creationId xmlns:a16="http://schemas.microsoft.com/office/drawing/2014/main" id="{39318546-EB10-7141-A532-7477C3F92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5E6F247-A516-EB44-B218-3523C7F15256}"/>
              </a:ext>
            </a:extLst>
          </p:cNvPr>
          <p:cNvGrpSpPr/>
          <p:nvPr/>
        </p:nvGrpSpPr>
        <p:grpSpPr>
          <a:xfrm>
            <a:off x="4263633" y="2255616"/>
            <a:ext cx="5679281" cy="416447"/>
            <a:chOff x="4263633" y="2255616"/>
            <a:chExt cx="5679281" cy="416447"/>
          </a:xfrm>
        </p:grpSpPr>
        <p:sp>
          <p:nvSpPr>
            <p:cNvPr id="487" name="Text Box 9">
              <a:extLst>
                <a:ext uri="{FF2B5EF4-FFF2-40B4-BE49-F238E27FC236}">
                  <a16:creationId xmlns:a16="http://schemas.microsoft.com/office/drawing/2014/main" id="{6DD8D8CE-3DDC-DF48-BBFB-EBDD1F2212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230191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2" name="Text Box 8">
              <a:extLst>
                <a:ext uri="{FF2B5EF4-FFF2-40B4-BE49-F238E27FC236}">
                  <a16:creationId xmlns:a16="http://schemas.microsoft.com/office/drawing/2014/main" id="{9DBF3B61-BEF7-8A40-AF7C-22BFA4A5F8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6722" y="2260378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2,x</a:t>
              </a:r>
            </a:p>
          </p:txBody>
        </p:sp>
        <p:sp>
          <p:nvSpPr>
            <p:cNvPr id="496" name="Text Box 6">
              <a:extLst>
                <a:ext uri="{FF2B5EF4-FFF2-40B4-BE49-F238E27FC236}">
                  <a16:creationId xmlns:a16="http://schemas.microsoft.com/office/drawing/2014/main" id="{F4E69EDF-A458-174E-A9A1-51CA8C7BCF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271953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4,x</a:t>
              </a:r>
            </a:p>
          </p:txBody>
        </p:sp>
        <p:sp>
          <p:nvSpPr>
            <p:cNvPr id="501" name="Text Box 5">
              <a:extLst>
                <a:ext uri="{FF2B5EF4-FFF2-40B4-BE49-F238E27FC236}">
                  <a16:creationId xmlns:a16="http://schemas.microsoft.com/office/drawing/2014/main" id="{3ACD38CB-FB5D-F74D-8F1B-D1ED776529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255616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D9389ED-B03B-214C-ADF2-72A54A5A4AFE}"/>
              </a:ext>
            </a:extLst>
          </p:cNvPr>
          <p:cNvGrpSpPr/>
          <p:nvPr/>
        </p:nvGrpSpPr>
        <p:grpSpPr>
          <a:xfrm>
            <a:off x="4263633" y="2546912"/>
            <a:ext cx="5753019" cy="428022"/>
            <a:chOff x="4263633" y="2546912"/>
            <a:chExt cx="5753019" cy="428022"/>
          </a:xfrm>
        </p:grpSpPr>
        <p:sp>
          <p:nvSpPr>
            <p:cNvPr id="488" name="Text Box 9">
              <a:extLst>
                <a:ext uri="{FF2B5EF4-FFF2-40B4-BE49-F238E27FC236}">
                  <a16:creationId xmlns:a16="http://schemas.microsoft.com/office/drawing/2014/main" id="{A038CE8D-1564-2D4D-A52D-5FACBB86FE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0547" y="2546912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4,y</a:t>
              </a:r>
            </a:p>
          </p:txBody>
        </p:sp>
        <p:sp>
          <p:nvSpPr>
            <p:cNvPr id="497" name="Text Box 6">
              <a:extLst>
                <a:ext uri="{FF2B5EF4-FFF2-40B4-BE49-F238E27FC236}">
                  <a16:creationId xmlns:a16="http://schemas.microsoft.com/office/drawing/2014/main" id="{A382A71E-E492-4443-89C5-C12D644FE7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574824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3,y</a:t>
              </a:r>
            </a:p>
          </p:txBody>
        </p:sp>
        <p:sp>
          <p:nvSpPr>
            <p:cNvPr id="502" name="Text Box 5">
              <a:extLst>
                <a:ext uri="{FF2B5EF4-FFF2-40B4-BE49-F238E27FC236}">
                  <a16:creationId xmlns:a16="http://schemas.microsoft.com/office/drawing/2014/main" id="{C9B2A270-7336-FE45-A405-3057D86CB1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558487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503" name="Text Box 4">
            <a:extLst>
              <a:ext uri="{FF2B5EF4-FFF2-40B4-BE49-F238E27FC236}">
                <a16:creationId xmlns:a16="http://schemas.microsoft.com/office/drawing/2014/main" id="{E994D46E-7D0F-9843-807C-ABB0D4B5FA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0129" y="3488080"/>
            <a:ext cx="102624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uxyvwz</a:t>
            </a:r>
          </a:p>
        </p:txBody>
      </p:sp>
      <p:sp>
        <p:nvSpPr>
          <p:cNvPr id="504" name="Text Box 4">
            <a:extLst>
              <a:ext uri="{FF2B5EF4-FFF2-40B4-BE49-F238E27FC236}">
                <a16:creationId xmlns:a16="http://schemas.microsoft.com/office/drawing/2014/main" id="{0A3ED467-D430-4A47-866D-6A5E75B0C4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1874" y="3178926"/>
            <a:ext cx="89800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uxyvw</a:t>
            </a:r>
          </a:p>
        </p:txBody>
      </p:sp>
      <p:sp>
        <p:nvSpPr>
          <p:cNvPr id="505" name="Text Box 4">
            <a:extLst>
              <a:ext uri="{FF2B5EF4-FFF2-40B4-BE49-F238E27FC236}">
                <a16:creationId xmlns:a16="http://schemas.microsoft.com/office/drawing/2014/main" id="{DBDC054B-9144-E046-848B-AA4FB410A4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178" y="2856764"/>
            <a:ext cx="71205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</a:t>
            </a:r>
          </a:p>
        </p:txBody>
      </p:sp>
      <p:sp>
        <p:nvSpPr>
          <p:cNvPr id="506" name="Text Box 4">
            <a:extLst>
              <a:ext uri="{FF2B5EF4-FFF2-40B4-BE49-F238E27FC236}">
                <a16:creationId xmlns:a16="http://schemas.microsoft.com/office/drawing/2014/main" id="{BBFEB9F8-55C5-9340-9F0D-07D6265CDD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6771" y="2546463"/>
            <a:ext cx="58381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</a:t>
            </a:r>
          </a:p>
        </p:txBody>
      </p:sp>
      <p:sp>
        <p:nvSpPr>
          <p:cNvPr id="507" name="Text Box 4">
            <a:extLst>
              <a:ext uri="{FF2B5EF4-FFF2-40B4-BE49-F238E27FC236}">
                <a16:creationId xmlns:a16="http://schemas.microsoft.com/office/drawing/2014/main" id="{2AA27EEE-C105-4546-92C9-79D7A34AE0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</a:t>
            </a:r>
          </a:p>
        </p:txBody>
      </p:sp>
      <p:sp>
        <p:nvSpPr>
          <p:cNvPr id="508" name="Text Box 4">
            <a:extLst>
              <a:ext uri="{FF2B5EF4-FFF2-40B4-BE49-F238E27FC236}">
                <a16:creationId xmlns:a16="http://schemas.microsoft.com/office/drawing/2014/main" id="{46A6DAE9-5634-E343-888C-DBD504BE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55C6A08-435F-074A-8CB5-94B5718AAF55}"/>
              </a:ext>
            </a:extLst>
          </p:cNvPr>
          <p:cNvCxnSpPr/>
          <p:nvPr/>
        </p:nvCxnSpPr>
        <p:spPr>
          <a:xfrm>
            <a:off x="1706097" y="230336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id="{A3B06771-707C-C549-B117-3063EC3738D7}"/>
              </a:ext>
            </a:extLst>
          </p:cNvPr>
          <p:cNvCxnSpPr/>
          <p:nvPr/>
        </p:nvCxnSpPr>
        <p:spPr>
          <a:xfrm>
            <a:off x="1714983" y="2606233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id="{1D62FDB7-4F58-C84F-A936-529AACBF81D5}"/>
              </a:ext>
            </a:extLst>
          </p:cNvPr>
          <p:cNvCxnSpPr/>
          <p:nvPr/>
        </p:nvCxnSpPr>
        <p:spPr>
          <a:xfrm>
            <a:off x="1719251" y="291372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id="{F671747E-F7E7-174E-B66B-4158AC0C73AC}"/>
              </a:ext>
            </a:extLst>
          </p:cNvPr>
          <p:cNvCxnSpPr/>
          <p:nvPr/>
        </p:nvCxnSpPr>
        <p:spPr>
          <a:xfrm>
            <a:off x="1718901" y="3225829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id="{A48E9275-8476-9244-A5FE-18548D30A1B6}"/>
              </a:ext>
            </a:extLst>
          </p:cNvPr>
          <p:cNvCxnSpPr/>
          <p:nvPr/>
        </p:nvCxnSpPr>
        <p:spPr>
          <a:xfrm>
            <a:off x="1727787" y="3565644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587C637-11FC-0A49-8C82-7AF7D38C6CD6}"/>
              </a:ext>
            </a:extLst>
          </p:cNvPr>
          <p:cNvSpPr txBox="1"/>
          <p:nvPr/>
        </p:nvSpPr>
        <p:spPr>
          <a:xfrm>
            <a:off x="4409954" y="1342663"/>
            <a:ext cx="3000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v</a:t>
            </a:r>
          </a:p>
        </p:txBody>
      </p:sp>
      <p:sp>
        <p:nvSpPr>
          <p:cNvPr id="521" name="TextBox 520">
            <a:extLst>
              <a:ext uri="{FF2B5EF4-FFF2-40B4-BE49-F238E27FC236}">
                <a16:creationId xmlns:a16="http://schemas.microsoft.com/office/drawing/2014/main" id="{4C80ECA4-7464-CB40-8CC6-A7EDC7E7964C}"/>
              </a:ext>
            </a:extLst>
          </p:cNvPr>
          <p:cNvSpPr txBox="1"/>
          <p:nvPr/>
        </p:nvSpPr>
        <p:spPr>
          <a:xfrm>
            <a:off x="5685099" y="1337058"/>
            <a:ext cx="3674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w</a:t>
            </a:r>
          </a:p>
        </p:txBody>
      </p:sp>
      <p:sp>
        <p:nvSpPr>
          <p:cNvPr id="522" name="TextBox 521">
            <a:extLst>
              <a:ext uri="{FF2B5EF4-FFF2-40B4-BE49-F238E27FC236}">
                <a16:creationId xmlns:a16="http://schemas.microsoft.com/office/drawing/2014/main" id="{1052726D-C214-914F-AE65-3CE2B48F9FD7}"/>
              </a:ext>
            </a:extLst>
          </p:cNvPr>
          <p:cNvSpPr txBox="1"/>
          <p:nvPr/>
        </p:nvSpPr>
        <p:spPr>
          <a:xfrm>
            <a:off x="6994969" y="1331453"/>
            <a:ext cx="3000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523" name="TextBox 522">
            <a:extLst>
              <a:ext uri="{FF2B5EF4-FFF2-40B4-BE49-F238E27FC236}">
                <a16:creationId xmlns:a16="http://schemas.microsoft.com/office/drawing/2014/main" id="{5B04DCE1-2FE2-A84B-8E64-4C946D2739CC}"/>
              </a:ext>
            </a:extLst>
          </p:cNvPr>
          <p:cNvSpPr txBox="1"/>
          <p:nvPr/>
        </p:nvSpPr>
        <p:spPr>
          <a:xfrm>
            <a:off x="8327989" y="1337423"/>
            <a:ext cx="3000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y</a:t>
            </a:r>
          </a:p>
        </p:txBody>
      </p:sp>
      <p:sp>
        <p:nvSpPr>
          <p:cNvPr id="524" name="TextBox 523">
            <a:extLst>
              <a:ext uri="{FF2B5EF4-FFF2-40B4-BE49-F238E27FC236}">
                <a16:creationId xmlns:a16="http://schemas.microsoft.com/office/drawing/2014/main" id="{9A4E2888-3BE6-BB46-8B3E-D324D269A9FF}"/>
              </a:ext>
            </a:extLst>
          </p:cNvPr>
          <p:cNvSpPr txBox="1"/>
          <p:nvPr/>
        </p:nvSpPr>
        <p:spPr>
          <a:xfrm>
            <a:off x="9591559" y="1354968"/>
            <a:ext cx="2856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z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0C9846B-B76F-EC46-B3DD-08ED42B2D986}"/>
              </a:ext>
            </a:extLst>
          </p:cNvPr>
          <p:cNvGrpSpPr/>
          <p:nvPr/>
        </p:nvGrpSpPr>
        <p:grpSpPr>
          <a:xfrm>
            <a:off x="3119488" y="1398905"/>
            <a:ext cx="4326893" cy="1233760"/>
            <a:chOff x="3104054" y="1398906"/>
            <a:chExt cx="4326893" cy="1233760"/>
          </a:xfrm>
        </p:grpSpPr>
        <p:grpSp>
          <p:nvGrpSpPr>
            <p:cNvPr id="516" name="Group 515">
              <a:extLst>
                <a:ext uri="{FF2B5EF4-FFF2-40B4-BE49-F238E27FC236}">
                  <a16:creationId xmlns:a16="http://schemas.microsoft.com/office/drawing/2014/main" id="{E48D8571-6045-3E40-9668-A4DCC2FFD7ED}"/>
                </a:ext>
              </a:extLst>
            </p:cNvPr>
            <p:cNvGrpSpPr/>
            <p:nvPr/>
          </p:nvGrpSpPr>
          <p:grpSpPr>
            <a:xfrm>
              <a:off x="3104054" y="1398906"/>
              <a:ext cx="4196366" cy="1233760"/>
              <a:chOff x="239710" y="526192"/>
              <a:chExt cx="4196366" cy="1233760"/>
            </a:xfrm>
          </p:grpSpPr>
          <p:sp>
            <p:nvSpPr>
              <p:cNvPr id="517" name="Oval 516">
                <a:extLst>
                  <a:ext uri="{FF2B5EF4-FFF2-40B4-BE49-F238E27FC236}">
                    <a16:creationId xmlns:a16="http://schemas.microsoft.com/office/drawing/2014/main" id="{68A21CC6-2268-6A4F-86A7-EE2A64DDB546}"/>
                  </a:ext>
                </a:extLst>
              </p:cNvPr>
              <p:cNvSpPr/>
              <p:nvPr/>
            </p:nvSpPr>
            <p:spPr>
              <a:xfrm>
                <a:off x="4120980" y="526192"/>
                <a:ext cx="315096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18" name="Straight Arrow Connector 517">
                <a:extLst>
                  <a:ext uri="{FF2B5EF4-FFF2-40B4-BE49-F238E27FC236}">
                    <a16:creationId xmlns:a16="http://schemas.microsoft.com/office/drawing/2014/main" id="{0C2832E9-BE63-D54F-9A07-797BB768C48C}"/>
                  </a:ext>
                </a:extLst>
              </p:cNvPr>
              <p:cNvCxnSpPr>
                <a:cxnSpLocks/>
                <a:stCxn id="517" idx="4"/>
                <a:endCxn id="520" idx="6"/>
              </p:cNvCxnSpPr>
              <p:nvPr/>
            </p:nvCxnSpPr>
            <p:spPr>
              <a:xfrm flipH="1">
                <a:off x="541927" y="821724"/>
                <a:ext cx="3736601" cy="790462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0" name="Oval 519">
                <a:extLst>
                  <a:ext uri="{FF2B5EF4-FFF2-40B4-BE49-F238E27FC236}">
                    <a16:creationId xmlns:a16="http://schemas.microsoft.com/office/drawing/2014/main" id="{17653CE0-07E1-464B-8144-C45075F66FA4}"/>
                  </a:ext>
                </a:extLst>
              </p:cNvPr>
              <p:cNvSpPr/>
              <p:nvPr/>
            </p:nvSpPr>
            <p:spPr>
              <a:xfrm>
                <a:off x="239710" y="1464420"/>
                <a:ext cx="302217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25" name="Oval 114">
              <a:extLst>
                <a:ext uri="{FF2B5EF4-FFF2-40B4-BE49-F238E27FC236}">
                  <a16:creationId xmlns:a16="http://schemas.microsoft.com/office/drawing/2014/main" id="{C682F2F6-CA7A-944A-9033-FDDB0D7694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8095" y="2025569"/>
              <a:ext cx="602852" cy="30197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BE661659-5D13-8544-B931-6BD6A0036B25}"/>
                </a:ext>
              </a:extLst>
            </p:cNvPr>
            <p:cNvCxnSpPr>
              <a:cxnSpLocks/>
              <a:stCxn id="525" idx="0"/>
            </p:cNvCxnSpPr>
            <p:nvPr/>
          </p:nvCxnSpPr>
          <p:spPr>
            <a:xfrm flipV="1">
              <a:off x="7129521" y="1638301"/>
              <a:ext cx="484" cy="387268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0" name="Group 529">
            <a:extLst>
              <a:ext uri="{FF2B5EF4-FFF2-40B4-BE49-F238E27FC236}">
                <a16:creationId xmlns:a16="http://schemas.microsoft.com/office/drawing/2014/main" id="{E156D929-7F75-B740-BEE1-71E12F7E0BCF}"/>
              </a:ext>
            </a:extLst>
          </p:cNvPr>
          <p:cNvGrpSpPr/>
          <p:nvPr/>
        </p:nvGrpSpPr>
        <p:grpSpPr>
          <a:xfrm>
            <a:off x="3117557" y="1389255"/>
            <a:ext cx="5681132" cy="1534706"/>
            <a:chOff x="1772965" y="1097960"/>
            <a:chExt cx="5681132" cy="1534706"/>
          </a:xfrm>
        </p:grpSpPr>
        <p:grpSp>
          <p:nvGrpSpPr>
            <p:cNvPr id="531" name="Group 530">
              <a:extLst>
                <a:ext uri="{FF2B5EF4-FFF2-40B4-BE49-F238E27FC236}">
                  <a16:creationId xmlns:a16="http://schemas.microsoft.com/office/drawing/2014/main" id="{405B06F4-42C4-874B-8775-68CE587789F1}"/>
                </a:ext>
              </a:extLst>
            </p:cNvPr>
            <p:cNvGrpSpPr/>
            <p:nvPr/>
          </p:nvGrpSpPr>
          <p:grpSpPr>
            <a:xfrm>
              <a:off x="1772965" y="1097960"/>
              <a:ext cx="5539030" cy="1534706"/>
              <a:chOff x="-1091379" y="225246"/>
              <a:chExt cx="5539030" cy="1534706"/>
            </a:xfrm>
          </p:grpSpPr>
          <p:sp>
            <p:nvSpPr>
              <p:cNvPr id="534" name="Oval 533">
                <a:extLst>
                  <a:ext uri="{FF2B5EF4-FFF2-40B4-BE49-F238E27FC236}">
                    <a16:creationId xmlns:a16="http://schemas.microsoft.com/office/drawing/2014/main" id="{6413A5FF-0871-0C46-8A58-9D04A8AADA7E}"/>
                  </a:ext>
                </a:extLst>
              </p:cNvPr>
              <p:cNvSpPr/>
              <p:nvPr/>
            </p:nvSpPr>
            <p:spPr>
              <a:xfrm>
                <a:off x="4132555" y="225246"/>
                <a:ext cx="315096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35" name="Straight Arrow Connector 534">
                <a:extLst>
                  <a:ext uri="{FF2B5EF4-FFF2-40B4-BE49-F238E27FC236}">
                    <a16:creationId xmlns:a16="http://schemas.microsoft.com/office/drawing/2014/main" id="{4BBE828C-BFCA-9E42-9A8E-855E80AB79F7}"/>
                  </a:ext>
                </a:extLst>
              </p:cNvPr>
              <p:cNvCxnSpPr>
                <a:cxnSpLocks/>
                <a:stCxn id="534" idx="4"/>
                <a:endCxn id="536" idx="6"/>
              </p:cNvCxnSpPr>
              <p:nvPr/>
            </p:nvCxnSpPr>
            <p:spPr>
              <a:xfrm flipH="1">
                <a:off x="-789162" y="520778"/>
                <a:ext cx="5079265" cy="1091408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6" name="Oval 535">
                <a:extLst>
                  <a:ext uri="{FF2B5EF4-FFF2-40B4-BE49-F238E27FC236}">
                    <a16:creationId xmlns:a16="http://schemas.microsoft.com/office/drawing/2014/main" id="{29408050-96BC-544E-9C63-1E100FDDF6A2}"/>
                  </a:ext>
                </a:extLst>
              </p:cNvPr>
              <p:cNvSpPr/>
              <p:nvPr/>
            </p:nvSpPr>
            <p:spPr>
              <a:xfrm>
                <a:off x="-1091379" y="1464420"/>
                <a:ext cx="302217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32" name="Oval 114">
              <a:extLst>
                <a:ext uri="{FF2B5EF4-FFF2-40B4-BE49-F238E27FC236}">
                  <a16:creationId xmlns:a16="http://schemas.microsoft.com/office/drawing/2014/main" id="{685FCE3A-E651-194B-82B8-7C5CF12FA7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1245" y="2025569"/>
              <a:ext cx="602852" cy="30197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cxnSp>
          <p:nvCxnSpPr>
            <p:cNvPr id="533" name="Straight Arrow Connector 532">
              <a:extLst>
                <a:ext uri="{FF2B5EF4-FFF2-40B4-BE49-F238E27FC236}">
                  <a16:creationId xmlns:a16="http://schemas.microsoft.com/office/drawing/2014/main" id="{017D4077-E857-0E47-AE8D-9DAEDC889967}"/>
                </a:ext>
              </a:extLst>
            </p:cNvPr>
            <p:cNvCxnSpPr>
              <a:cxnSpLocks/>
              <a:stCxn id="532" idx="0"/>
              <a:endCxn id="534" idx="4"/>
            </p:cNvCxnSpPr>
            <p:nvPr/>
          </p:nvCxnSpPr>
          <p:spPr>
            <a:xfrm flipV="1">
              <a:off x="7152671" y="1393492"/>
              <a:ext cx="1776" cy="632077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7" name="Group 536">
            <a:extLst>
              <a:ext uri="{FF2B5EF4-FFF2-40B4-BE49-F238E27FC236}">
                <a16:creationId xmlns:a16="http://schemas.microsoft.com/office/drawing/2014/main" id="{911D6D48-B41E-C748-8CC0-00A6299B0AAA}"/>
              </a:ext>
            </a:extLst>
          </p:cNvPr>
          <p:cNvGrpSpPr/>
          <p:nvPr/>
        </p:nvGrpSpPr>
        <p:grpSpPr>
          <a:xfrm>
            <a:off x="3109189" y="1412217"/>
            <a:ext cx="1746239" cy="1817119"/>
            <a:chOff x="5709634" y="1003247"/>
            <a:chExt cx="1746239" cy="1817119"/>
          </a:xfrm>
        </p:grpSpPr>
        <p:grpSp>
          <p:nvGrpSpPr>
            <p:cNvPr id="538" name="Group 537">
              <a:extLst>
                <a:ext uri="{FF2B5EF4-FFF2-40B4-BE49-F238E27FC236}">
                  <a16:creationId xmlns:a16="http://schemas.microsoft.com/office/drawing/2014/main" id="{476B669B-D835-7546-8C5D-745C28DBA626}"/>
                </a:ext>
              </a:extLst>
            </p:cNvPr>
            <p:cNvGrpSpPr/>
            <p:nvPr/>
          </p:nvGrpSpPr>
          <p:grpSpPr>
            <a:xfrm>
              <a:off x="5709634" y="1003247"/>
              <a:ext cx="1602361" cy="1817119"/>
              <a:chOff x="2845290" y="130533"/>
              <a:chExt cx="1602361" cy="1817119"/>
            </a:xfrm>
          </p:grpSpPr>
          <p:sp>
            <p:nvSpPr>
              <p:cNvPr id="541" name="Oval 540">
                <a:extLst>
                  <a:ext uri="{FF2B5EF4-FFF2-40B4-BE49-F238E27FC236}">
                    <a16:creationId xmlns:a16="http://schemas.microsoft.com/office/drawing/2014/main" id="{5000BC0A-ACF3-A743-B038-FE3A215C971F}"/>
                  </a:ext>
                </a:extLst>
              </p:cNvPr>
              <p:cNvSpPr/>
              <p:nvPr/>
            </p:nvSpPr>
            <p:spPr>
              <a:xfrm>
                <a:off x="4132555" y="130533"/>
                <a:ext cx="315096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42" name="Straight Arrow Connector 541">
                <a:extLst>
                  <a:ext uri="{FF2B5EF4-FFF2-40B4-BE49-F238E27FC236}">
                    <a16:creationId xmlns:a16="http://schemas.microsoft.com/office/drawing/2014/main" id="{AF172589-3BBB-8C42-AF91-ED4A3B8F251F}"/>
                  </a:ext>
                </a:extLst>
              </p:cNvPr>
              <p:cNvCxnSpPr>
                <a:cxnSpLocks/>
                <a:stCxn id="541" idx="4"/>
                <a:endCxn id="543" idx="6"/>
              </p:cNvCxnSpPr>
              <p:nvPr/>
            </p:nvCxnSpPr>
            <p:spPr>
              <a:xfrm flipH="1">
                <a:off x="3147507" y="426065"/>
                <a:ext cx="1142596" cy="1373821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3" name="Oval 542">
                <a:extLst>
                  <a:ext uri="{FF2B5EF4-FFF2-40B4-BE49-F238E27FC236}">
                    <a16:creationId xmlns:a16="http://schemas.microsoft.com/office/drawing/2014/main" id="{983583A7-CF39-514C-B2F9-EC8A8919C008}"/>
                  </a:ext>
                </a:extLst>
              </p:cNvPr>
              <p:cNvSpPr/>
              <p:nvPr/>
            </p:nvSpPr>
            <p:spPr>
              <a:xfrm>
                <a:off x="2845290" y="1652120"/>
                <a:ext cx="302217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39" name="Oval 114">
              <a:extLst>
                <a:ext uri="{FF2B5EF4-FFF2-40B4-BE49-F238E27FC236}">
                  <a16:creationId xmlns:a16="http://schemas.microsoft.com/office/drawing/2014/main" id="{88D76B70-8DB1-1F44-AC98-B4B908DE75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3021" y="2199189"/>
              <a:ext cx="602852" cy="30197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cxnSp>
          <p:nvCxnSpPr>
            <p:cNvPr id="540" name="Straight Arrow Connector 539">
              <a:extLst>
                <a:ext uri="{FF2B5EF4-FFF2-40B4-BE49-F238E27FC236}">
                  <a16:creationId xmlns:a16="http://schemas.microsoft.com/office/drawing/2014/main" id="{01FD8F8E-8376-A54A-8760-9722F14602E4}"/>
                </a:ext>
              </a:extLst>
            </p:cNvPr>
            <p:cNvCxnSpPr>
              <a:cxnSpLocks/>
              <a:stCxn id="539" idx="0"/>
              <a:endCxn id="541" idx="4"/>
            </p:cNvCxnSpPr>
            <p:nvPr/>
          </p:nvCxnSpPr>
          <p:spPr>
            <a:xfrm flipV="1">
              <a:off x="7154447" y="1298779"/>
              <a:ext cx="0" cy="90041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4" name="Group 543">
            <a:extLst>
              <a:ext uri="{FF2B5EF4-FFF2-40B4-BE49-F238E27FC236}">
                <a16:creationId xmlns:a16="http://schemas.microsoft.com/office/drawing/2014/main" id="{E03EF3CA-2D9B-664C-A155-84446468FB79}"/>
              </a:ext>
            </a:extLst>
          </p:cNvPr>
          <p:cNvGrpSpPr/>
          <p:nvPr/>
        </p:nvGrpSpPr>
        <p:grpSpPr>
          <a:xfrm>
            <a:off x="3082834" y="1400642"/>
            <a:ext cx="3065254" cy="2136777"/>
            <a:chOff x="4423568" y="495889"/>
            <a:chExt cx="3065254" cy="2136777"/>
          </a:xfrm>
        </p:grpSpPr>
        <p:grpSp>
          <p:nvGrpSpPr>
            <p:cNvPr id="545" name="Group 544">
              <a:extLst>
                <a:ext uri="{FF2B5EF4-FFF2-40B4-BE49-F238E27FC236}">
                  <a16:creationId xmlns:a16="http://schemas.microsoft.com/office/drawing/2014/main" id="{9E0A8781-B42F-7A49-819E-17E215845ED5}"/>
                </a:ext>
              </a:extLst>
            </p:cNvPr>
            <p:cNvGrpSpPr/>
            <p:nvPr/>
          </p:nvGrpSpPr>
          <p:grpSpPr>
            <a:xfrm>
              <a:off x="4423568" y="495889"/>
              <a:ext cx="2923151" cy="2136777"/>
              <a:chOff x="1559224" y="-376825"/>
              <a:chExt cx="2923151" cy="2136777"/>
            </a:xfrm>
          </p:grpSpPr>
          <p:sp>
            <p:nvSpPr>
              <p:cNvPr id="549" name="Oval 548">
                <a:extLst>
                  <a:ext uri="{FF2B5EF4-FFF2-40B4-BE49-F238E27FC236}">
                    <a16:creationId xmlns:a16="http://schemas.microsoft.com/office/drawing/2014/main" id="{D753C51A-4350-514E-8575-255BE71968EF}"/>
                  </a:ext>
                </a:extLst>
              </p:cNvPr>
              <p:cNvSpPr/>
              <p:nvPr/>
            </p:nvSpPr>
            <p:spPr>
              <a:xfrm>
                <a:off x="4167279" y="-376825"/>
                <a:ext cx="315096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50" name="Straight Arrow Connector 549">
                <a:extLst>
                  <a:ext uri="{FF2B5EF4-FFF2-40B4-BE49-F238E27FC236}">
                    <a16:creationId xmlns:a16="http://schemas.microsoft.com/office/drawing/2014/main" id="{52E7D202-00E1-0940-872A-88DE48D25A31}"/>
                  </a:ext>
                </a:extLst>
              </p:cNvPr>
              <p:cNvCxnSpPr>
                <a:cxnSpLocks/>
                <a:stCxn id="549" idx="4"/>
                <a:endCxn id="551" idx="6"/>
              </p:cNvCxnSpPr>
              <p:nvPr/>
            </p:nvCxnSpPr>
            <p:spPr>
              <a:xfrm flipH="1">
                <a:off x="1861441" y="-81293"/>
                <a:ext cx="2463386" cy="1693479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1" name="Oval 550">
                <a:extLst>
                  <a:ext uri="{FF2B5EF4-FFF2-40B4-BE49-F238E27FC236}">
                    <a16:creationId xmlns:a16="http://schemas.microsoft.com/office/drawing/2014/main" id="{0C65CD2E-F916-7F44-8015-E772F7A08327}"/>
                  </a:ext>
                </a:extLst>
              </p:cNvPr>
              <p:cNvSpPr/>
              <p:nvPr/>
            </p:nvSpPr>
            <p:spPr>
              <a:xfrm>
                <a:off x="1559224" y="1464420"/>
                <a:ext cx="302217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47" name="Oval 114">
              <a:extLst>
                <a:ext uri="{FF2B5EF4-FFF2-40B4-BE49-F238E27FC236}">
                  <a16:creationId xmlns:a16="http://schemas.microsoft.com/office/drawing/2014/main" id="{C71CC878-55D7-AD4F-B3B1-13953C4E6D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5970" y="2025569"/>
              <a:ext cx="602852" cy="30197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cxnSp>
          <p:nvCxnSpPr>
            <p:cNvPr id="548" name="Straight Arrow Connector 547">
              <a:extLst>
                <a:ext uri="{FF2B5EF4-FFF2-40B4-BE49-F238E27FC236}">
                  <a16:creationId xmlns:a16="http://schemas.microsoft.com/office/drawing/2014/main" id="{7B56A3C2-EAE1-8E49-9661-485FF1A1FAA4}"/>
                </a:ext>
              </a:extLst>
            </p:cNvPr>
            <p:cNvCxnSpPr>
              <a:cxnSpLocks/>
              <a:stCxn id="547" idx="0"/>
              <a:endCxn id="549" idx="4"/>
            </p:cNvCxnSpPr>
            <p:nvPr/>
          </p:nvCxnSpPr>
          <p:spPr>
            <a:xfrm flipV="1">
              <a:off x="7187396" y="791421"/>
              <a:ext cx="1775" cy="1234148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2" name="Group 551">
            <a:extLst>
              <a:ext uri="{FF2B5EF4-FFF2-40B4-BE49-F238E27FC236}">
                <a16:creationId xmlns:a16="http://schemas.microsoft.com/office/drawing/2014/main" id="{837723A6-32DA-4C49-8E78-4111930D0945}"/>
              </a:ext>
            </a:extLst>
          </p:cNvPr>
          <p:cNvGrpSpPr/>
          <p:nvPr/>
        </p:nvGrpSpPr>
        <p:grpSpPr>
          <a:xfrm>
            <a:off x="3084763" y="1437297"/>
            <a:ext cx="6956123" cy="2426144"/>
            <a:chOff x="534474" y="495889"/>
            <a:chExt cx="6956123" cy="2426144"/>
          </a:xfrm>
        </p:grpSpPr>
        <p:grpSp>
          <p:nvGrpSpPr>
            <p:cNvPr id="553" name="Group 552">
              <a:extLst>
                <a:ext uri="{FF2B5EF4-FFF2-40B4-BE49-F238E27FC236}">
                  <a16:creationId xmlns:a16="http://schemas.microsoft.com/office/drawing/2014/main" id="{D4AF9FEB-87B8-2440-BFF7-2388513CCB4D}"/>
                </a:ext>
              </a:extLst>
            </p:cNvPr>
            <p:cNvGrpSpPr/>
            <p:nvPr/>
          </p:nvGrpSpPr>
          <p:grpSpPr>
            <a:xfrm>
              <a:off x="534474" y="495889"/>
              <a:ext cx="6812245" cy="2426144"/>
              <a:chOff x="-2329870" y="-376825"/>
              <a:chExt cx="6812245" cy="2426144"/>
            </a:xfrm>
          </p:grpSpPr>
          <p:sp>
            <p:nvSpPr>
              <p:cNvPr id="556" name="Oval 555">
                <a:extLst>
                  <a:ext uri="{FF2B5EF4-FFF2-40B4-BE49-F238E27FC236}">
                    <a16:creationId xmlns:a16="http://schemas.microsoft.com/office/drawing/2014/main" id="{E833C45F-B922-8B4F-A541-13D5EDF3D166}"/>
                  </a:ext>
                </a:extLst>
              </p:cNvPr>
              <p:cNvSpPr/>
              <p:nvPr/>
            </p:nvSpPr>
            <p:spPr>
              <a:xfrm>
                <a:off x="4167279" y="-376825"/>
                <a:ext cx="315096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57" name="Straight Arrow Connector 556">
                <a:extLst>
                  <a:ext uri="{FF2B5EF4-FFF2-40B4-BE49-F238E27FC236}">
                    <a16:creationId xmlns:a16="http://schemas.microsoft.com/office/drawing/2014/main" id="{BAC38F32-13CD-8D49-B140-20E9CE2B7D81}"/>
                  </a:ext>
                </a:extLst>
              </p:cNvPr>
              <p:cNvCxnSpPr>
                <a:cxnSpLocks/>
                <a:stCxn id="556" idx="4"/>
                <a:endCxn id="558" idx="6"/>
              </p:cNvCxnSpPr>
              <p:nvPr/>
            </p:nvCxnSpPr>
            <p:spPr>
              <a:xfrm flipH="1">
                <a:off x="-2027653" y="-81293"/>
                <a:ext cx="6352480" cy="1982846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8" name="Oval 557">
                <a:extLst>
                  <a:ext uri="{FF2B5EF4-FFF2-40B4-BE49-F238E27FC236}">
                    <a16:creationId xmlns:a16="http://schemas.microsoft.com/office/drawing/2014/main" id="{5A968801-B5C0-774E-9189-C0C84CCD1C5E}"/>
                  </a:ext>
                </a:extLst>
              </p:cNvPr>
              <p:cNvSpPr/>
              <p:nvPr/>
            </p:nvSpPr>
            <p:spPr>
              <a:xfrm>
                <a:off x="-2329870" y="1753787"/>
                <a:ext cx="302217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54" name="Oval 114">
              <a:extLst>
                <a:ext uri="{FF2B5EF4-FFF2-40B4-BE49-F238E27FC236}">
                  <a16:creationId xmlns:a16="http://schemas.microsoft.com/office/drawing/2014/main" id="{2DD21A52-3AB5-1146-AA26-D2C240D0B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7745" y="2326511"/>
              <a:ext cx="602852" cy="30197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cxnSp>
          <p:nvCxnSpPr>
            <p:cNvPr id="555" name="Straight Arrow Connector 554">
              <a:extLst>
                <a:ext uri="{FF2B5EF4-FFF2-40B4-BE49-F238E27FC236}">
                  <a16:creationId xmlns:a16="http://schemas.microsoft.com/office/drawing/2014/main" id="{31B6FC9B-38BD-A74B-95DB-48A86BA94800}"/>
                </a:ext>
              </a:extLst>
            </p:cNvPr>
            <p:cNvCxnSpPr>
              <a:cxnSpLocks/>
              <a:stCxn id="554" idx="0"/>
              <a:endCxn id="556" idx="4"/>
            </p:cNvCxnSpPr>
            <p:nvPr/>
          </p:nvCxnSpPr>
          <p:spPr>
            <a:xfrm flipV="1">
              <a:off x="7189171" y="791421"/>
              <a:ext cx="0" cy="153509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12457CF-2890-E146-8628-638AC5577656}"/>
              </a:ext>
            </a:extLst>
          </p:cNvPr>
          <p:cNvCxnSpPr>
            <a:cxnSpLocks/>
            <a:endCxn id="271" idx="2"/>
          </p:cNvCxnSpPr>
          <p:nvPr/>
        </p:nvCxnSpPr>
        <p:spPr>
          <a:xfrm>
            <a:off x="1957653" y="5544274"/>
            <a:ext cx="439472" cy="42879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9" name="Straight Arrow Connector 558">
            <a:extLst>
              <a:ext uri="{FF2B5EF4-FFF2-40B4-BE49-F238E27FC236}">
                <a16:creationId xmlns:a16="http://schemas.microsoft.com/office/drawing/2014/main" id="{491C301B-8A6E-4845-BF28-577AD894F891}"/>
              </a:ext>
            </a:extLst>
          </p:cNvPr>
          <p:cNvCxnSpPr>
            <a:cxnSpLocks/>
            <a:endCxn id="414" idx="2"/>
          </p:cNvCxnSpPr>
          <p:nvPr/>
        </p:nvCxnSpPr>
        <p:spPr>
          <a:xfrm>
            <a:off x="2908706" y="6055489"/>
            <a:ext cx="586969" cy="648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0" name="Straight Arrow Connector 559">
            <a:extLst>
              <a:ext uri="{FF2B5EF4-FFF2-40B4-BE49-F238E27FC236}">
                <a16:creationId xmlns:a16="http://schemas.microsoft.com/office/drawing/2014/main" id="{3C9D1B43-9124-3142-843B-DC7A58F1456E}"/>
              </a:ext>
            </a:extLst>
          </p:cNvPr>
          <p:cNvCxnSpPr>
            <a:cxnSpLocks/>
            <a:stCxn id="266" idx="7"/>
          </p:cNvCxnSpPr>
          <p:nvPr/>
        </p:nvCxnSpPr>
        <p:spPr>
          <a:xfrm flipV="1">
            <a:off x="2068770" y="5023414"/>
            <a:ext cx="502342" cy="281976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1" name="Straight Arrow Connector 560">
            <a:extLst>
              <a:ext uri="{FF2B5EF4-FFF2-40B4-BE49-F238E27FC236}">
                <a16:creationId xmlns:a16="http://schemas.microsoft.com/office/drawing/2014/main" id="{8A7B92A4-0E80-6D4D-87F2-803D33EFB3E5}"/>
              </a:ext>
            </a:extLst>
          </p:cNvPr>
          <p:cNvCxnSpPr>
            <a:cxnSpLocks/>
          </p:cNvCxnSpPr>
          <p:nvPr/>
        </p:nvCxnSpPr>
        <p:spPr>
          <a:xfrm flipV="1">
            <a:off x="3744012" y="4988689"/>
            <a:ext cx="0" cy="88353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2" name="Straight Arrow Connector 561">
            <a:extLst>
              <a:ext uri="{FF2B5EF4-FFF2-40B4-BE49-F238E27FC236}">
                <a16:creationId xmlns:a16="http://schemas.microsoft.com/office/drawing/2014/main" id="{368CBA46-10A4-6B43-8244-BF448DB2A1AB}"/>
              </a:ext>
            </a:extLst>
          </p:cNvPr>
          <p:cNvCxnSpPr>
            <a:cxnSpLocks/>
          </p:cNvCxnSpPr>
          <p:nvPr/>
        </p:nvCxnSpPr>
        <p:spPr>
          <a:xfrm flipV="1">
            <a:off x="4007312" y="5577069"/>
            <a:ext cx="606730" cy="44806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3" name="Text Box 3">
            <a:extLst>
              <a:ext uri="{FF2B5EF4-FFF2-40B4-BE49-F238E27FC236}">
                <a16:creationId xmlns:a16="http://schemas.microsoft.com/office/drawing/2014/main" id="{26DB9EA5-AEE6-8446-BB60-338C393AB3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4442" y="4463262"/>
            <a:ext cx="5770234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2200" dirty="0">
                <a:latin typeface="+mn-lt"/>
              </a:rPr>
              <a:t>find </a:t>
            </a:r>
            <a:r>
              <a:rPr lang="en-US" sz="2200" i="1" dirty="0">
                <a:latin typeface="+mn-lt"/>
              </a:rPr>
              <a:t>a</a:t>
            </a:r>
            <a:r>
              <a:rPr lang="en-US" sz="2200" dirty="0">
                <a:latin typeface="+mn-lt"/>
              </a:rPr>
              <a:t> not in </a:t>
            </a:r>
            <a:r>
              <a:rPr lang="en-US" sz="2200" i="1" dirty="0">
                <a:latin typeface="+mn-lt"/>
              </a:rPr>
              <a:t>N</a:t>
            </a:r>
            <a:r>
              <a:rPr lang="en-US" sz="2200" i="1" dirty="0">
                <a:latin typeface="+mn-lt"/>
                <a:cs typeface="Arial" charset="0"/>
              </a:rPr>
              <a:t>'</a:t>
            </a:r>
            <a:r>
              <a:rPr lang="en-US" sz="2200" i="1" dirty="0">
                <a:latin typeface="+mn-lt"/>
              </a:rPr>
              <a:t> </a:t>
            </a:r>
            <a:r>
              <a:rPr lang="en-US" sz="2200" dirty="0">
                <a:latin typeface="+mn-lt"/>
              </a:rPr>
              <a:t>such that </a:t>
            </a:r>
            <a:r>
              <a:rPr lang="en-US" sz="2200" i="1" dirty="0">
                <a:latin typeface="+mn-lt"/>
              </a:rPr>
              <a:t>D(a) </a:t>
            </a:r>
            <a:r>
              <a:rPr lang="en-US" sz="2200" dirty="0">
                <a:latin typeface="+mn-lt"/>
              </a:rPr>
              <a:t>is a minimum </a:t>
            </a:r>
          </a:p>
          <a:p>
            <a:r>
              <a:rPr lang="en-US" sz="2200" dirty="0">
                <a:latin typeface="+mn-lt"/>
              </a:rPr>
              <a:t>add </a:t>
            </a:r>
            <a:r>
              <a:rPr lang="en-US" sz="2200" i="1" dirty="0">
                <a:latin typeface="+mn-lt"/>
              </a:rPr>
              <a:t>a</a:t>
            </a:r>
            <a:r>
              <a:rPr lang="en-US" sz="2200" dirty="0">
                <a:latin typeface="+mn-lt"/>
              </a:rPr>
              <a:t> to </a:t>
            </a:r>
            <a:r>
              <a:rPr lang="en-US" sz="2200" i="1" dirty="0">
                <a:latin typeface="+mn-lt"/>
              </a:rPr>
              <a:t>N</a:t>
            </a:r>
            <a:r>
              <a:rPr lang="en-US" sz="2200" i="1" dirty="0">
                <a:latin typeface="+mn-lt"/>
                <a:cs typeface="Arial" charset="0"/>
              </a:rPr>
              <a:t>'</a:t>
            </a:r>
            <a:r>
              <a:rPr lang="en-US" sz="2200" i="1" dirty="0">
                <a:latin typeface="+mn-lt"/>
              </a:rPr>
              <a:t> </a:t>
            </a:r>
          </a:p>
          <a:p>
            <a:r>
              <a:rPr lang="en-US" sz="2200" dirty="0">
                <a:latin typeface="+mn-lt"/>
              </a:rPr>
              <a:t>update </a:t>
            </a:r>
            <a:r>
              <a:rPr lang="en-US" sz="2200" i="1" dirty="0">
                <a:latin typeface="+mn-lt"/>
              </a:rPr>
              <a:t>D(b) </a:t>
            </a:r>
            <a:r>
              <a:rPr lang="en-US" sz="2200" dirty="0">
                <a:latin typeface="+mn-lt"/>
              </a:rPr>
              <a:t>for all </a:t>
            </a:r>
            <a:r>
              <a:rPr lang="en-US" sz="2200" i="1" dirty="0">
                <a:latin typeface="+mn-lt"/>
              </a:rPr>
              <a:t>b</a:t>
            </a:r>
            <a:r>
              <a:rPr lang="en-US" sz="2200" dirty="0">
                <a:latin typeface="+mn-lt"/>
              </a:rPr>
              <a:t> adjacent to </a:t>
            </a:r>
            <a:r>
              <a:rPr lang="en-US" sz="2200" i="1" dirty="0">
                <a:latin typeface="+mn-lt"/>
              </a:rPr>
              <a:t>a</a:t>
            </a:r>
            <a:r>
              <a:rPr lang="en-US" sz="2200" dirty="0">
                <a:latin typeface="+mn-lt"/>
              </a:rPr>
              <a:t> and not in </a:t>
            </a:r>
            <a:r>
              <a:rPr lang="en-US" sz="2200" i="1" dirty="0">
                <a:latin typeface="+mn-lt"/>
              </a:rPr>
              <a:t>N</a:t>
            </a:r>
            <a:r>
              <a:rPr lang="en-US" sz="2200" i="1" dirty="0">
                <a:latin typeface="+mn-lt"/>
                <a:cs typeface="Arial" charset="0"/>
              </a:rPr>
              <a:t>'</a:t>
            </a:r>
            <a:r>
              <a:rPr lang="en-US" sz="2200" i="1" dirty="0">
                <a:latin typeface="+mn-lt"/>
              </a:rPr>
              <a:t> </a:t>
            </a:r>
            <a:r>
              <a:rPr lang="en-US" sz="2200" dirty="0">
                <a:latin typeface="+mn-lt"/>
              </a:rPr>
              <a:t>: </a:t>
            </a:r>
          </a:p>
          <a:p>
            <a:r>
              <a:rPr lang="en-US" sz="2200" b="1" i="1" dirty="0">
                <a:solidFill>
                  <a:srgbClr val="CC0000"/>
                </a:solidFill>
                <a:latin typeface="+mn-lt"/>
              </a:rPr>
              <a:t>     D(b) = </a:t>
            </a:r>
            <a:r>
              <a:rPr lang="en-US" sz="2200" b="1" dirty="0">
                <a:solidFill>
                  <a:srgbClr val="CC0000"/>
                </a:solidFill>
                <a:latin typeface="+mn-lt"/>
              </a:rPr>
              <a:t>min</a:t>
            </a:r>
            <a:r>
              <a:rPr lang="en-US" sz="2200" b="1" i="1" dirty="0">
                <a:solidFill>
                  <a:srgbClr val="CC0000"/>
                </a:solidFill>
                <a:latin typeface="+mn-lt"/>
              </a:rPr>
              <a:t> ( D(b), D(a) + </a:t>
            </a:r>
            <a:r>
              <a:rPr lang="en-US" sz="2200" b="1" i="1" dirty="0" err="1">
                <a:solidFill>
                  <a:srgbClr val="CC0000"/>
                </a:solidFill>
                <a:latin typeface="+mn-lt"/>
              </a:rPr>
              <a:t>c</a:t>
            </a:r>
            <a:r>
              <a:rPr lang="en-US" sz="2200" b="1" i="1" baseline="-25000" dirty="0" err="1">
                <a:solidFill>
                  <a:srgbClr val="CC0000"/>
                </a:solidFill>
                <a:latin typeface="+mn-lt"/>
              </a:rPr>
              <a:t>a,b</a:t>
            </a:r>
            <a:r>
              <a:rPr lang="en-US" sz="2200" b="1" i="1" baseline="-25000" dirty="0">
                <a:solidFill>
                  <a:srgbClr val="CC0000"/>
                </a:solidFill>
                <a:latin typeface="+mn-lt"/>
              </a:rPr>
              <a:t>  </a:t>
            </a:r>
            <a:r>
              <a:rPr lang="en-US" sz="2200" b="1" i="1" dirty="0">
                <a:solidFill>
                  <a:srgbClr val="CC0000"/>
                </a:solidFill>
                <a:latin typeface="+mn-lt"/>
              </a:rPr>
              <a:t>) 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E2B11F0-0B2B-E548-A572-A488F5822281}"/>
              </a:ext>
            </a:extLst>
          </p:cNvPr>
          <p:cNvSpPr/>
          <p:nvPr/>
        </p:nvSpPr>
        <p:spPr>
          <a:xfrm>
            <a:off x="5606004" y="3868305"/>
            <a:ext cx="6721033" cy="341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Initialization (step 0): For all a: if </a:t>
            </a:r>
            <a:r>
              <a:rPr lang="en-US" i="1" dirty="0"/>
              <a:t>a</a:t>
            </a:r>
            <a:r>
              <a:rPr lang="en-US" dirty="0"/>
              <a:t> adjacent to then </a:t>
            </a:r>
            <a:r>
              <a:rPr lang="en-US" i="1" dirty="0"/>
              <a:t>D(a) = c</a:t>
            </a:r>
            <a:r>
              <a:rPr lang="en-US" i="1" baseline="-25000" dirty="0"/>
              <a:t>u,a </a:t>
            </a:r>
            <a:endParaRPr lang="en-US" baseline="-25000" dirty="0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6F8B304E-D21B-46DD-A06F-1680B3FD8CFC}"/>
              </a:ext>
            </a:extLst>
          </p:cNvPr>
          <p:cNvSpPr/>
          <p:nvPr/>
        </p:nvSpPr>
        <p:spPr>
          <a:xfrm>
            <a:off x="2321840" y="5716691"/>
            <a:ext cx="667930" cy="606286"/>
          </a:xfrm>
          <a:prstGeom prst="ellipse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5" name="椭圆 164">
            <a:extLst>
              <a:ext uri="{FF2B5EF4-FFF2-40B4-BE49-F238E27FC236}">
                <a16:creationId xmlns:a16="http://schemas.microsoft.com/office/drawing/2014/main" id="{C8C8719B-E8E7-4EA0-BDC5-72D325B3B525}"/>
              </a:ext>
            </a:extLst>
          </p:cNvPr>
          <p:cNvSpPr/>
          <p:nvPr/>
        </p:nvSpPr>
        <p:spPr>
          <a:xfrm>
            <a:off x="2298883" y="4616657"/>
            <a:ext cx="667930" cy="606286"/>
          </a:xfrm>
          <a:prstGeom prst="ellipse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6" name="椭圆 165">
            <a:extLst>
              <a:ext uri="{FF2B5EF4-FFF2-40B4-BE49-F238E27FC236}">
                <a16:creationId xmlns:a16="http://schemas.microsoft.com/office/drawing/2014/main" id="{D19CBC68-AFAA-4B4C-B03A-D485B31D3D87}"/>
              </a:ext>
            </a:extLst>
          </p:cNvPr>
          <p:cNvSpPr/>
          <p:nvPr/>
        </p:nvSpPr>
        <p:spPr>
          <a:xfrm>
            <a:off x="3403369" y="4594468"/>
            <a:ext cx="667930" cy="606286"/>
          </a:xfrm>
          <a:prstGeom prst="ellipse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7" name="椭圆 166">
            <a:extLst>
              <a:ext uri="{FF2B5EF4-FFF2-40B4-BE49-F238E27FC236}">
                <a16:creationId xmlns:a16="http://schemas.microsoft.com/office/drawing/2014/main" id="{B2ED6BA1-EB13-4BAE-BFB0-8023AE8BDC8D}"/>
              </a:ext>
            </a:extLst>
          </p:cNvPr>
          <p:cNvSpPr/>
          <p:nvPr/>
        </p:nvSpPr>
        <p:spPr>
          <a:xfrm>
            <a:off x="3442161" y="5694536"/>
            <a:ext cx="667930" cy="606286"/>
          </a:xfrm>
          <a:prstGeom prst="ellipse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1" name="椭圆 240">
            <a:extLst>
              <a:ext uri="{FF2B5EF4-FFF2-40B4-BE49-F238E27FC236}">
                <a16:creationId xmlns:a16="http://schemas.microsoft.com/office/drawing/2014/main" id="{1CFA214F-D29B-4C64-ACE5-0649803C5704}"/>
              </a:ext>
            </a:extLst>
          </p:cNvPr>
          <p:cNvSpPr/>
          <p:nvPr/>
        </p:nvSpPr>
        <p:spPr>
          <a:xfrm>
            <a:off x="3428900" y="5705407"/>
            <a:ext cx="667930" cy="606286"/>
          </a:xfrm>
          <a:prstGeom prst="ellipse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2" name="椭圆 241">
            <a:extLst>
              <a:ext uri="{FF2B5EF4-FFF2-40B4-BE49-F238E27FC236}">
                <a16:creationId xmlns:a16="http://schemas.microsoft.com/office/drawing/2014/main" id="{068113C3-0399-415A-B3F2-BA6F48A9F427}"/>
              </a:ext>
            </a:extLst>
          </p:cNvPr>
          <p:cNvSpPr/>
          <p:nvPr/>
        </p:nvSpPr>
        <p:spPr>
          <a:xfrm>
            <a:off x="3393078" y="4605339"/>
            <a:ext cx="667930" cy="606286"/>
          </a:xfrm>
          <a:prstGeom prst="ellipse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3" name="椭圆 242">
            <a:extLst>
              <a:ext uri="{FF2B5EF4-FFF2-40B4-BE49-F238E27FC236}">
                <a16:creationId xmlns:a16="http://schemas.microsoft.com/office/drawing/2014/main" id="{D0F5D4C0-FD54-492A-86F6-CAB5DAC39868}"/>
              </a:ext>
            </a:extLst>
          </p:cNvPr>
          <p:cNvSpPr/>
          <p:nvPr/>
        </p:nvSpPr>
        <p:spPr>
          <a:xfrm>
            <a:off x="4292957" y="5143093"/>
            <a:ext cx="667930" cy="606286"/>
          </a:xfrm>
          <a:prstGeom prst="ellipse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4" name="椭圆 243">
            <a:extLst>
              <a:ext uri="{FF2B5EF4-FFF2-40B4-BE49-F238E27FC236}">
                <a16:creationId xmlns:a16="http://schemas.microsoft.com/office/drawing/2014/main" id="{84E68EAD-94EF-44A7-8369-BE649E543373}"/>
              </a:ext>
            </a:extLst>
          </p:cNvPr>
          <p:cNvSpPr/>
          <p:nvPr/>
        </p:nvSpPr>
        <p:spPr>
          <a:xfrm>
            <a:off x="2310810" y="4602380"/>
            <a:ext cx="667930" cy="606286"/>
          </a:xfrm>
          <a:prstGeom prst="ellipse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5" name="椭圆 244">
            <a:extLst>
              <a:ext uri="{FF2B5EF4-FFF2-40B4-BE49-F238E27FC236}">
                <a16:creationId xmlns:a16="http://schemas.microsoft.com/office/drawing/2014/main" id="{BF9E93A3-F6BC-4B98-9FE0-FC9D7057D647}"/>
              </a:ext>
            </a:extLst>
          </p:cNvPr>
          <p:cNvSpPr/>
          <p:nvPr/>
        </p:nvSpPr>
        <p:spPr>
          <a:xfrm>
            <a:off x="3382985" y="4606133"/>
            <a:ext cx="667930" cy="606286"/>
          </a:xfrm>
          <a:prstGeom prst="ellipse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4" name="椭圆 253">
            <a:extLst>
              <a:ext uri="{FF2B5EF4-FFF2-40B4-BE49-F238E27FC236}">
                <a16:creationId xmlns:a16="http://schemas.microsoft.com/office/drawing/2014/main" id="{5628869B-67CD-4B32-AAEA-A0FEAC993DE3}"/>
              </a:ext>
            </a:extLst>
          </p:cNvPr>
          <p:cNvSpPr/>
          <p:nvPr/>
        </p:nvSpPr>
        <p:spPr>
          <a:xfrm>
            <a:off x="3379866" y="4591077"/>
            <a:ext cx="667930" cy="606286"/>
          </a:xfrm>
          <a:prstGeom prst="ellipse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5" name="椭圆 254">
            <a:extLst>
              <a:ext uri="{FF2B5EF4-FFF2-40B4-BE49-F238E27FC236}">
                <a16:creationId xmlns:a16="http://schemas.microsoft.com/office/drawing/2014/main" id="{D905F31A-E326-4715-A60C-2232F897E55F}"/>
              </a:ext>
            </a:extLst>
          </p:cNvPr>
          <p:cNvSpPr/>
          <p:nvPr/>
        </p:nvSpPr>
        <p:spPr>
          <a:xfrm>
            <a:off x="4297185" y="5129073"/>
            <a:ext cx="667930" cy="606286"/>
          </a:xfrm>
          <a:prstGeom prst="ellipse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19D7795-C191-4C14-8C8F-8C13E264EFA9}"/>
              </a:ext>
            </a:extLst>
          </p:cNvPr>
          <p:cNvSpPr txBox="1"/>
          <p:nvPr/>
        </p:nvSpPr>
        <p:spPr>
          <a:xfrm>
            <a:off x="10507370" y="2001887"/>
            <a:ext cx="15876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altLang="zh-CN" sz="1400" dirty="0"/>
              <a:t>one-hop cost</a:t>
            </a:r>
            <a:endParaRPr lang="zh-CN" altLang="en-US" sz="1400" dirty="0"/>
          </a:p>
        </p:txBody>
      </p:sp>
      <p:sp>
        <p:nvSpPr>
          <p:cNvPr id="176" name="文本框 175">
            <a:extLst>
              <a:ext uri="{FF2B5EF4-FFF2-40B4-BE49-F238E27FC236}">
                <a16:creationId xmlns:a16="http://schemas.microsoft.com/office/drawing/2014/main" id="{612D90C9-D2A7-4766-B0B8-C8170D1CD31C}"/>
              </a:ext>
            </a:extLst>
          </p:cNvPr>
          <p:cNvSpPr txBox="1"/>
          <p:nvPr/>
        </p:nvSpPr>
        <p:spPr>
          <a:xfrm>
            <a:off x="314601" y="2374939"/>
            <a:ext cx="15876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altLang="zh-CN" sz="1400" dirty="0"/>
              <a:t>why?</a:t>
            </a:r>
            <a:endParaRPr lang="zh-CN" altLang="en-US" sz="1400" dirty="0"/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41DD29BC-DFE3-45C5-B603-159D8218F249}"/>
              </a:ext>
            </a:extLst>
          </p:cNvPr>
          <p:cNvSpPr txBox="1"/>
          <p:nvPr/>
        </p:nvSpPr>
        <p:spPr>
          <a:xfrm>
            <a:off x="2894013" y="6469166"/>
            <a:ext cx="5605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altLang="zh-CN" sz="1400" dirty="0"/>
              <a:t>Is it possible to visit v, w, y, or z with lower cost in two hops via x?</a:t>
            </a:r>
            <a:endParaRPr lang="zh-CN" altLang="en-US" sz="1400" dirty="0"/>
          </a:p>
        </p:txBody>
      </p:sp>
      <p:sp>
        <p:nvSpPr>
          <p:cNvPr id="178" name="文本框 177">
            <a:extLst>
              <a:ext uri="{FF2B5EF4-FFF2-40B4-BE49-F238E27FC236}">
                <a16:creationId xmlns:a16="http://schemas.microsoft.com/office/drawing/2014/main" id="{E705C015-D6CF-47AA-8FC0-BD42C71FCA34}"/>
              </a:ext>
            </a:extLst>
          </p:cNvPr>
          <p:cNvSpPr txBox="1"/>
          <p:nvPr/>
        </p:nvSpPr>
        <p:spPr>
          <a:xfrm>
            <a:off x="10016518" y="2346485"/>
            <a:ext cx="21086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altLang="zh-CN" sz="1400" dirty="0"/>
              <a:t>one-hop and two-hop cost</a:t>
            </a:r>
            <a:endParaRPr lang="zh-CN" altLang="en-US" sz="1400" dirty="0"/>
          </a:p>
        </p:txBody>
      </p:sp>
      <p:sp>
        <p:nvSpPr>
          <p:cNvPr id="179" name="文本框 176">
            <a:extLst>
              <a:ext uri="{FF2B5EF4-FFF2-40B4-BE49-F238E27FC236}">
                <a16:creationId xmlns:a16="http://schemas.microsoft.com/office/drawing/2014/main" id="{41DD29BC-DFE3-45C5-B603-159D8218F249}"/>
              </a:ext>
            </a:extLst>
          </p:cNvPr>
          <p:cNvSpPr txBox="1"/>
          <p:nvPr/>
        </p:nvSpPr>
        <p:spPr>
          <a:xfrm>
            <a:off x="5566247" y="6131029"/>
            <a:ext cx="56050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altLang="zh-CN" sz="1400" dirty="0"/>
              <a:t>Other than u and x, the one-hop and two-hop costs to other routers are always equal to or larger than 2 (the minimum one-hop and two-hop cost). Hence, it is not possible to find better path to y via the other routers. </a:t>
            </a:r>
            <a:endParaRPr lang="zh-CN" altLang="en-US" sz="14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EA5369-D830-A3A8-4960-1800C7CE0D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204591-24BD-A542-B9D5-F8D8A88D2FEE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960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1000"/>
                                        <p:tgtEl>
                                          <p:spTgt spid="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0" dur="500"/>
                                        <p:tgtEl>
                                          <p:spTgt spid="5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1000"/>
                                        <p:tgtEl>
                                          <p:spTgt spid="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000"/>
                            </p:stCondLst>
                            <p:childTnLst>
                              <p:par>
                                <p:cTn id="13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3" dur="500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8" dur="500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2" dur="500"/>
                                        <p:tgtEl>
                                          <p:spTgt spid="5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7" dur="10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1000"/>
                            </p:stCondLst>
                            <p:childTnLst>
                              <p:par>
                                <p:cTn id="16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1" dur="5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6" dur="500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0" dur="5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4" dur="10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5" dur="1000"/>
                                        <p:tgtEl>
                                          <p:spTgt spid="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1000"/>
                            </p:stCondLst>
                            <p:childTnLst>
                              <p:par>
                                <p:cTn id="20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9" dur="5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4" dur="500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0" grpId="0"/>
      <p:bldP spid="503" grpId="0"/>
      <p:bldP spid="504" grpId="0"/>
      <p:bldP spid="505" grpId="0"/>
      <p:bldP spid="506" grpId="0"/>
      <p:bldP spid="507" grpId="0"/>
      <p:bldP spid="53" grpId="0"/>
      <p:bldP spid="2" grpId="0" animBg="1"/>
      <p:bldP spid="2" grpId="1" animBg="1"/>
      <p:bldP spid="165" grpId="0" animBg="1"/>
      <p:bldP spid="165" grpId="1" animBg="1"/>
      <p:bldP spid="166" grpId="0" animBg="1"/>
      <p:bldP spid="166" grpId="1" animBg="1"/>
      <p:bldP spid="167" grpId="0" animBg="1"/>
      <p:bldP spid="167" grpId="1" animBg="1"/>
      <p:bldP spid="241" grpId="0" animBg="1"/>
      <p:bldP spid="241" grpId="1" animBg="1"/>
      <p:bldP spid="242" grpId="0" animBg="1"/>
      <p:bldP spid="242" grpId="1" animBg="1"/>
      <p:bldP spid="243" grpId="0" animBg="1"/>
      <p:bldP spid="243" grpId="1" animBg="1"/>
      <p:bldP spid="244" grpId="0" animBg="1"/>
      <p:bldP spid="244" grpId="1" animBg="1"/>
      <p:bldP spid="245" grpId="0" animBg="1"/>
      <p:bldP spid="245" grpId="1" animBg="1"/>
      <p:bldP spid="254" grpId="0" animBg="1"/>
      <p:bldP spid="254" grpId="1" animBg="1"/>
      <p:bldP spid="255" grpId="0" animBg="1"/>
      <p:bldP spid="255" grpId="1" animBg="1"/>
      <p:bldP spid="7" grpId="0"/>
      <p:bldP spid="176" grpId="0"/>
      <p:bldP spid="177" grpId="0"/>
      <p:bldP spid="177" grpId="1"/>
      <p:bldP spid="178" grpId="0"/>
      <p:bldP spid="179" grpId="0"/>
      <p:bldP spid="179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an example</a:t>
            </a:r>
          </a:p>
        </p:txBody>
      </p:sp>
      <p:grpSp>
        <p:nvGrpSpPr>
          <p:cNvPr id="259" name="Group 16">
            <a:extLst>
              <a:ext uri="{FF2B5EF4-FFF2-40B4-BE49-F238E27FC236}">
                <a16:creationId xmlns:a16="http://schemas.microsoft.com/office/drawing/2014/main" id="{F6D427A6-9405-2D4E-BC72-78E69E64A628}"/>
              </a:ext>
            </a:extLst>
          </p:cNvPr>
          <p:cNvGrpSpPr>
            <a:grpSpLocks/>
          </p:cNvGrpSpPr>
          <p:nvPr/>
        </p:nvGrpSpPr>
        <p:grpSpPr bwMode="auto">
          <a:xfrm>
            <a:off x="4237238" y="1377591"/>
            <a:ext cx="3571875" cy="2236788"/>
            <a:chOff x="3162" y="1071"/>
            <a:chExt cx="2250" cy="1409"/>
          </a:xfrm>
        </p:grpSpPr>
        <p:sp>
          <p:nvSpPr>
            <p:cNvPr id="260" name="Freeform 17">
              <a:extLst>
                <a:ext uri="{FF2B5EF4-FFF2-40B4-BE49-F238E27FC236}">
                  <a16:creationId xmlns:a16="http://schemas.microsoft.com/office/drawing/2014/main" id="{B59803F6-669E-C147-9AA7-07A510F23C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1" name="Freeform 18">
              <a:extLst>
                <a:ext uri="{FF2B5EF4-FFF2-40B4-BE49-F238E27FC236}">
                  <a16:creationId xmlns:a16="http://schemas.microsoft.com/office/drawing/2014/main" id="{4CE8143F-BB5D-1548-A2D1-0B3C05E2D1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2" name="Oval 19">
              <a:extLst>
                <a:ext uri="{FF2B5EF4-FFF2-40B4-BE49-F238E27FC236}">
                  <a16:creationId xmlns:a16="http://schemas.microsoft.com/office/drawing/2014/main" id="{CB2328B2-500E-0643-881F-169F140BD4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3" name="Line 20">
              <a:extLst>
                <a:ext uri="{FF2B5EF4-FFF2-40B4-BE49-F238E27FC236}">
                  <a16:creationId xmlns:a16="http://schemas.microsoft.com/office/drawing/2014/main" id="{EC0FDC3E-2336-EF44-B445-144049FF3B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4" name="Line 21">
              <a:extLst>
                <a:ext uri="{FF2B5EF4-FFF2-40B4-BE49-F238E27FC236}">
                  <a16:creationId xmlns:a16="http://schemas.microsoft.com/office/drawing/2014/main" id="{07B5F04F-0C18-CE48-93A1-4B267BBE4F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5" name="Rectangle 22">
              <a:extLst>
                <a:ext uri="{FF2B5EF4-FFF2-40B4-BE49-F238E27FC236}">
                  <a16:creationId xmlns:a16="http://schemas.microsoft.com/office/drawing/2014/main" id="{0C43506A-1E78-F54A-910F-D37EBC1EF6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6" name="Oval 23">
              <a:extLst>
                <a:ext uri="{FF2B5EF4-FFF2-40B4-BE49-F238E27FC236}">
                  <a16:creationId xmlns:a16="http://schemas.microsoft.com/office/drawing/2014/main" id="{27A71FF2-F42F-2844-AC5E-37F186F80F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7" name="Oval 24">
              <a:extLst>
                <a:ext uri="{FF2B5EF4-FFF2-40B4-BE49-F238E27FC236}">
                  <a16:creationId xmlns:a16="http://schemas.microsoft.com/office/drawing/2014/main" id="{9C47D8B7-EC1D-C743-87B3-403B84D4AD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8" name="Line 25">
              <a:extLst>
                <a:ext uri="{FF2B5EF4-FFF2-40B4-BE49-F238E27FC236}">
                  <a16:creationId xmlns:a16="http://schemas.microsoft.com/office/drawing/2014/main" id="{BEC31F1C-3B0C-3040-AD04-6FCA0D057A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9" name="Line 26">
              <a:extLst>
                <a:ext uri="{FF2B5EF4-FFF2-40B4-BE49-F238E27FC236}">
                  <a16:creationId xmlns:a16="http://schemas.microsoft.com/office/drawing/2014/main" id="{56212EB3-C962-DA44-8730-7936B2191A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0" name="Rectangle 27">
              <a:extLst>
                <a:ext uri="{FF2B5EF4-FFF2-40B4-BE49-F238E27FC236}">
                  <a16:creationId xmlns:a16="http://schemas.microsoft.com/office/drawing/2014/main" id="{70DA0FF6-1A2B-FA4D-8CF4-CF4512C722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1" name="Oval 28">
              <a:extLst>
                <a:ext uri="{FF2B5EF4-FFF2-40B4-BE49-F238E27FC236}">
                  <a16:creationId xmlns:a16="http://schemas.microsoft.com/office/drawing/2014/main" id="{91BA553D-89DC-1440-84C3-F0FFE0B7EE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2" name="Oval 29">
              <a:extLst>
                <a:ext uri="{FF2B5EF4-FFF2-40B4-BE49-F238E27FC236}">
                  <a16:creationId xmlns:a16="http://schemas.microsoft.com/office/drawing/2014/main" id="{5F155988-DD8E-7949-85F9-F8B730D85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3" name="Line 30">
              <a:extLst>
                <a:ext uri="{FF2B5EF4-FFF2-40B4-BE49-F238E27FC236}">
                  <a16:creationId xmlns:a16="http://schemas.microsoft.com/office/drawing/2014/main" id="{007AA526-21E2-1449-A457-DC487F6259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4" name="Line 31">
              <a:extLst>
                <a:ext uri="{FF2B5EF4-FFF2-40B4-BE49-F238E27FC236}">
                  <a16:creationId xmlns:a16="http://schemas.microsoft.com/office/drawing/2014/main" id="{A7D6DEE1-2254-2340-92B2-4425F8E414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5" name="Rectangle 32">
              <a:extLst>
                <a:ext uri="{FF2B5EF4-FFF2-40B4-BE49-F238E27FC236}">
                  <a16:creationId xmlns:a16="http://schemas.microsoft.com/office/drawing/2014/main" id="{CD0F76A8-F2F6-A040-A641-8C6DD2B4D0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59" name="Oval 33">
              <a:extLst>
                <a:ext uri="{FF2B5EF4-FFF2-40B4-BE49-F238E27FC236}">
                  <a16:creationId xmlns:a16="http://schemas.microsoft.com/office/drawing/2014/main" id="{021DFE64-FE6B-AF4B-A487-798FD40EE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05" name="Oval 34">
              <a:extLst>
                <a:ext uri="{FF2B5EF4-FFF2-40B4-BE49-F238E27FC236}">
                  <a16:creationId xmlns:a16="http://schemas.microsoft.com/office/drawing/2014/main" id="{D7221543-9DA7-9C4F-BF64-841725D580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06" name="Line 35">
              <a:extLst>
                <a:ext uri="{FF2B5EF4-FFF2-40B4-BE49-F238E27FC236}">
                  <a16:creationId xmlns:a16="http://schemas.microsoft.com/office/drawing/2014/main" id="{3AA9DB23-022C-B843-ACB1-9CD5A8D489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07" name="Line 36">
              <a:extLst>
                <a:ext uri="{FF2B5EF4-FFF2-40B4-BE49-F238E27FC236}">
                  <a16:creationId xmlns:a16="http://schemas.microsoft.com/office/drawing/2014/main" id="{AAE6AF87-B018-8A44-81E6-B8267ADC39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08" name="Rectangle 37">
              <a:extLst>
                <a:ext uri="{FF2B5EF4-FFF2-40B4-BE49-F238E27FC236}">
                  <a16:creationId xmlns:a16="http://schemas.microsoft.com/office/drawing/2014/main" id="{E486C5EC-F3AE-514D-8BFC-C15DDC7BC4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3" name="Oval 38">
              <a:extLst>
                <a:ext uri="{FF2B5EF4-FFF2-40B4-BE49-F238E27FC236}">
                  <a16:creationId xmlns:a16="http://schemas.microsoft.com/office/drawing/2014/main" id="{D570042E-655B-9244-B2DE-DD6B84D18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4" name="Oval 39">
              <a:extLst>
                <a:ext uri="{FF2B5EF4-FFF2-40B4-BE49-F238E27FC236}">
                  <a16:creationId xmlns:a16="http://schemas.microsoft.com/office/drawing/2014/main" id="{209FDC48-A133-7C43-A4F4-AEC33B239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5" name="Line 40">
              <a:extLst>
                <a:ext uri="{FF2B5EF4-FFF2-40B4-BE49-F238E27FC236}">
                  <a16:creationId xmlns:a16="http://schemas.microsoft.com/office/drawing/2014/main" id="{6C737D5E-249D-704B-8624-06BC6AF83F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6" name="Line 41">
              <a:extLst>
                <a:ext uri="{FF2B5EF4-FFF2-40B4-BE49-F238E27FC236}">
                  <a16:creationId xmlns:a16="http://schemas.microsoft.com/office/drawing/2014/main" id="{2BB65E91-5543-2A4A-83D1-AF4BD2A561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7" name="Rectangle 42">
              <a:extLst>
                <a:ext uri="{FF2B5EF4-FFF2-40B4-BE49-F238E27FC236}">
                  <a16:creationId xmlns:a16="http://schemas.microsoft.com/office/drawing/2014/main" id="{31754303-C1B0-564A-BC8B-D1994E2260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8" name="Oval 43">
              <a:extLst>
                <a:ext uri="{FF2B5EF4-FFF2-40B4-BE49-F238E27FC236}">
                  <a16:creationId xmlns:a16="http://schemas.microsoft.com/office/drawing/2014/main" id="{5EBC6ED3-D791-D849-8DF4-6EEC31DF92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9" name="Oval 44">
              <a:extLst>
                <a:ext uri="{FF2B5EF4-FFF2-40B4-BE49-F238E27FC236}">
                  <a16:creationId xmlns:a16="http://schemas.microsoft.com/office/drawing/2014/main" id="{69D4B18F-1B3D-AA47-B609-E5E0116A4B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23" name="Line 45">
              <a:extLst>
                <a:ext uri="{FF2B5EF4-FFF2-40B4-BE49-F238E27FC236}">
                  <a16:creationId xmlns:a16="http://schemas.microsoft.com/office/drawing/2014/main" id="{6B623BCC-754E-AD43-A91B-5BE9046197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25" name="Line 46">
              <a:extLst>
                <a:ext uri="{FF2B5EF4-FFF2-40B4-BE49-F238E27FC236}">
                  <a16:creationId xmlns:a16="http://schemas.microsoft.com/office/drawing/2014/main" id="{70C54C4E-9E9A-CB4F-9BAD-759F10AB73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27" name="Rectangle 47">
              <a:extLst>
                <a:ext uri="{FF2B5EF4-FFF2-40B4-BE49-F238E27FC236}">
                  <a16:creationId xmlns:a16="http://schemas.microsoft.com/office/drawing/2014/main" id="{48B02502-224F-614A-AF74-CA45B87B4F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2" name="Oval 48">
              <a:extLst>
                <a:ext uri="{FF2B5EF4-FFF2-40B4-BE49-F238E27FC236}">
                  <a16:creationId xmlns:a16="http://schemas.microsoft.com/office/drawing/2014/main" id="{1CBE76C4-29B1-DF47-8C80-E056EC01FE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3" name="Freeform 49">
              <a:extLst>
                <a:ext uri="{FF2B5EF4-FFF2-40B4-BE49-F238E27FC236}">
                  <a16:creationId xmlns:a16="http://schemas.microsoft.com/office/drawing/2014/main" id="{F7C58F3A-0B59-CE40-8968-EFD5B03D59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8" name="Freeform 50">
              <a:extLst>
                <a:ext uri="{FF2B5EF4-FFF2-40B4-BE49-F238E27FC236}">
                  <a16:creationId xmlns:a16="http://schemas.microsoft.com/office/drawing/2014/main" id="{5CA0B20D-583A-724F-8F77-3D2EE0DD01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3" name="Freeform 51">
              <a:extLst>
                <a:ext uri="{FF2B5EF4-FFF2-40B4-BE49-F238E27FC236}">
                  <a16:creationId xmlns:a16="http://schemas.microsoft.com/office/drawing/2014/main" id="{F9705D5A-4067-4E46-97EF-A4A7592F80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4" name="Freeform 52">
              <a:extLst>
                <a:ext uri="{FF2B5EF4-FFF2-40B4-BE49-F238E27FC236}">
                  <a16:creationId xmlns:a16="http://schemas.microsoft.com/office/drawing/2014/main" id="{22C3BA86-2C31-C244-BCC8-F79B83E99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5" name="Freeform 53">
              <a:extLst>
                <a:ext uri="{FF2B5EF4-FFF2-40B4-BE49-F238E27FC236}">
                  <a16:creationId xmlns:a16="http://schemas.microsoft.com/office/drawing/2014/main" id="{36BA8254-18D7-D841-8B10-CF1677FF4B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6" name="Freeform 54">
              <a:extLst>
                <a:ext uri="{FF2B5EF4-FFF2-40B4-BE49-F238E27FC236}">
                  <a16:creationId xmlns:a16="http://schemas.microsoft.com/office/drawing/2014/main" id="{FDD9D6F7-B6B7-8C4F-B4CD-8A42B44DA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7" name="Freeform 55">
              <a:extLst>
                <a:ext uri="{FF2B5EF4-FFF2-40B4-BE49-F238E27FC236}">
                  <a16:creationId xmlns:a16="http://schemas.microsoft.com/office/drawing/2014/main" id="{0EEE8685-1A2C-124B-AEBC-CE60F95275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8" name="Freeform 56">
              <a:extLst>
                <a:ext uri="{FF2B5EF4-FFF2-40B4-BE49-F238E27FC236}">
                  <a16:creationId xmlns:a16="http://schemas.microsoft.com/office/drawing/2014/main" id="{CDFCCD1A-99F5-3248-A9D4-80A4A3508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9" name="Freeform 57">
              <a:extLst>
                <a:ext uri="{FF2B5EF4-FFF2-40B4-BE49-F238E27FC236}">
                  <a16:creationId xmlns:a16="http://schemas.microsoft.com/office/drawing/2014/main" id="{8158BEB1-D7DD-304F-93D8-B63A3B9F79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450" name="Group 58">
              <a:extLst>
                <a:ext uri="{FF2B5EF4-FFF2-40B4-BE49-F238E27FC236}">
                  <a16:creationId xmlns:a16="http://schemas.microsoft.com/office/drawing/2014/main" id="{5708D0AB-39B8-5F4D-964A-583102F20F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476" name="Rectangle 59">
                <a:extLst>
                  <a:ext uri="{FF2B5EF4-FFF2-40B4-BE49-F238E27FC236}">
                    <a16:creationId xmlns:a16="http://schemas.microsoft.com/office/drawing/2014/main" id="{698B8676-76A7-4C47-8D65-7AD44E1F84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7" name="Text Box 60">
                <a:extLst>
                  <a:ext uri="{FF2B5EF4-FFF2-40B4-BE49-F238E27FC236}">
                    <a16:creationId xmlns:a16="http://schemas.microsoft.com/office/drawing/2014/main" id="{5163CA4B-303D-0E4C-B36C-0EB9193499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1" name="Group 61">
              <a:extLst>
                <a:ext uri="{FF2B5EF4-FFF2-40B4-BE49-F238E27FC236}">
                  <a16:creationId xmlns:a16="http://schemas.microsoft.com/office/drawing/2014/main" id="{22504589-6EDA-CD46-9F6D-B4E53859C7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474" name="Rectangle 62">
                <a:extLst>
                  <a:ext uri="{FF2B5EF4-FFF2-40B4-BE49-F238E27FC236}">
                    <a16:creationId xmlns:a16="http://schemas.microsoft.com/office/drawing/2014/main" id="{B5EB60BB-0E5E-C14B-B24B-878829D35E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5" name="Text Box 63">
                <a:extLst>
                  <a:ext uri="{FF2B5EF4-FFF2-40B4-BE49-F238E27FC236}">
                    <a16:creationId xmlns:a16="http://schemas.microsoft.com/office/drawing/2014/main" id="{AC01CA65-68FA-E340-BE13-4C47DBA310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2" name="Group 64">
              <a:extLst>
                <a:ext uri="{FF2B5EF4-FFF2-40B4-BE49-F238E27FC236}">
                  <a16:creationId xmlns:a16="http://schemas.microsoft.com/office/drawing/2014/main" id="{7E66326C-FC5C-CB48-9635-4D30ECB15D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472" name="Rectangle 65">
                <a:extLst>
                  <a:ext uri="{FF2B5EF4-FFF2-40B4-BE49-F238E27FC236}">
                    <a16:creationId xmlns:a16="http://schemas.microsoft.com/office/drawing/2014/main" id="{6BF35853-D616-6B43-8985-14AABE1F75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3" name="Text Box 66">
                <a:extLst>
                  <a:ext uri="{FF2B5EF4-FFF2-40B4-BE49-F238E27FC236}">
                    <a16:creationId xmlns:a16="http://schemas.microsoft.com/office/drawing/2014/main" id="{3282D7A0-A2E9-7F4B-A22E-01546569C5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453" name="Group 67">
              <a:extLst>
                <a:ext uri="{FF2B5EF4-FFF2-40B4-BE49-F238E27FC236}">
                  <a16:creationId xmlns:a16="http://schemas.microsoft.com/office/drawing/2014/main" id="{3104BBAE-4F76-E649-85DB-F84D22362B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8" y="1438"/>
              <a:ext cx="232" cy="250"/>
              <a:chOff x="2941" y="2425"/>
              <a:chExt cx="235" cy="250"/>
            </a:xfrm>
          </p:grpSpPr>
          <p:sp>
            <p:nvSpPr>
              <p:cNvPr id="470" name="Rectangle 68">
                <a:extLst>
                  <a:ext uri="{FF2B5EF4-FFF2-40B4-BE49-F238E27FC236}">
                    <a16:creationId xmlns:a16="http://schemas.microsoft.com/office/drawing/2014/main" id="{0CEE42FC-526E-AB47-8798-637A648485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1" name="Text Box 69">
                <a:extLst>
                  <a:ext uri="{FF2B5EF4-FFF2-40B4-BE49-F238E27FC236}">
                    <a16:creationId xmlns:a16="http://schemas.microsoft.com/office/drawing/2014/main" id="{BD20AA39-4C83-B348-A22B-DC09D5E679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1" y="2425"/>
                <a:ext cx="23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4" name="Group 70">
              <a:extLst>
                <a:ext uri="{FF2B5EF4-FFF2-40B4-BE49-F238E27FC236}">
                  <a16:creationId xmlns:a16="http://schemas.microsoft.com/office/drawing/2014/main" id="{76A8AB1F-2271-4C40-97FF-558125D0E3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468" name="Rectangle 71">
                <a:extLst>
                  <a:ext uri="{FF2B5EF4-FFF2-40B4-BE49-F238E27FC236}">
                    <a16:creationId xmlns:a16="http://schemas.microsoft.com/office/drawing/2014/main" id="{8A1243C8-B070-1144-AFC1-660A0D476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69" name="Text Box 72">
                <a:extLst>
                  <a:ext uri="{FF2B5EF4-FFF2-40B4-BE49-F238E27FC236}">
                    <a16:creationId xmlns:a16="http://schemas.microsoft.com/office/drawing/2014/main" id="{0A633A5D-CB9F-9D4A-9828-FA8DAB76D8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5" name="Group 73">
              <a:extLst>
                <a:ext uri="{FF2B5EF4-FFF2-40B4-BE49-F238E27FC236}">
                  <a16:creationId xmlns:a16="http://schemas.microsoft.com/office/drawing/2014/main" id="{1F39B98B-5A5F-9A45-8998-1BA51D5362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466" name="Rectangle 74">
                <a:extLst>
                  <a:ext uri="{FF2B5EF4-FFF2-40B4-BE49-F238E27FC236}">
                    <a16:creationId xmlns:a16="http://schemas.microsoft.com/office/drawing/2014/main" id="{6D133BDC-CBD5-E04A-956A-CB070C46E6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67" name="Text Box 75">
                <a:extLst>
                  <a:ext uri="{FF2B5EF4-FFF2-40B4-BE49-F238E27FC236}">
                    <a16:creationId xmlns:a16="http://schemas.microsoft.com/office/drawing/2014/main" id="{E22274D1-6BF0-6F4F-AA7F-923617C444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  <p:sp>
          <p:nvSpPr>
            <p:cNvPr id="456" name="Text Box 76">
              <a:extLst>
                <a:ext uri="{FF2B5EF4-FFF2-40B4-BE49-F238E27FC236}">
                  <a16:creationId xmlns:a16="http://schemas.microsoft.com/office/drawing/2014/main" id="{E87F994C-88BC-7843-84FF-C20876A28A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57" name="Text Box 77">
              <a:extLst>
                <a:ext uri="{FF2B5EF4-FFF2-40B4-BE49-F238E27FC236}">
                  <a16:creationId xmlns:a16="http://schemas.microsoft.com/office/drawing/2014/main" id="{D6E661FA-C756-184B-8F8C-454F6D2F20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58" name="Text Box 78">
              <a:extLst>
                <a:ext uri="{FF2B5EF4-FFF2-40B4-BE49-F238E27FC236}">
                  <a16:creationId xmlns:a16="http://schemas.microsoft.com/office/drawing/2014/main" id="{7AAD1753-0153-BE49-9A5A-86A6144677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59" name="Text Box 79">
              <a:extLst>
                <a:ext uri="{FF2B5EF4-FFF2-40B4-BE49-F238E27FC236}">
                  <a16:creationId xmlns:a16="http://schemas.microsoft.com/office/drawing/2014/main" id="{CE9F4FB6-1319-824C-8EE6-E829F9B813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0" name="Text Box 80">
              <a:extLst>
                <a:ext uri="{FF2B5EF4-FFF2-40B4-BE49-F238E27FC236}">
                  <a16:creationId xmlns:a16="http://schemas.microsoft.com/office/drawing/2014/main" id="{C479D34B-E495-6941-B1B8-7C27A07FA4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1" name="Text Box 81">
              <a:extLst>
                <a:ext uri="{FF2B5EF4-FFF2-40B4-BE49-F238E27FC236}">
                  <a16:creationId xmlns:a16="http://schemas.microsoft.com/office/drawing/2014/main" id="{651E935E-97A1-694E-90ED-DA0D52808F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2" name="Text Box 82">
              <a:extLst>
                <a:ext uri="{FF2B5EF4-FFF2-40B4-BE49-F238E27FC236}">
                  <a16:creationId xmlns:a16="http://schemas.microsoft.com/office/drawing/2014/main" id="{BCE34168-89E8-CA4E-B734-D7785C5D44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3" name="Text Box 83">
              <a:extLst>
                <a:ext uri="{FF2B5EF4-FFF2-40B4-BE49-F238E27FC236}">
                  <a16:creationId xmlns:a16="http://schemas.microsoft.com/office/drawing/2014/main" id="{E61D1248-702D-AA4E-A62B-3B6DB88743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4" name="Text Box 84">
              <a:extLst>
                <a:ext uri="{FF2B5EF4-FFF2-40B4-BE49-F238E27FC236}">
                  <a16:creationId xmlns:a16="http://schemas.microsoft.com/office/drawing/2014/main" id="{8E7448E7-B23E-9A4A-947C-66285C7E10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5" name="Text Box 85">
              <a:extLst>
                <a:ext uri="{FF2B5EF4-FFF2-40B4-BE49-F238E27FC236}">
                  <a16:creationId xmlns:a16="http://schemas.microsoft.com/office/drawing/2014/main" id="{EFA31E11-E078-ED44-8DB8-4912DC4806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498" name="Text Box 6">
            <a:extLst>
              <a:ext uri="{FF2B5EF4-FFF2-40B4-BE49-F238E27FC236}">
                <a16:creationId xmlns:a16="http://schemas.microsoft.com/office/drawing/2014/main" id="{64BB3F8B-CE19-1C41-B2C9-B564AF1B5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37414" y="2958717"/>
            <a:ext cx="1284288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D(w),p(w)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5,u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4,x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3,y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3,y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12457CF-2890-E146-8628-638AC5577656}"/>
              </a:ext>
            </a:extLst>
          </p:cNvPr>
          <p:cNvCxnSpPr>
            <a:cxnSpLocks/>
            <a:endCxn id="271" idx="2"/>
          </p:cNvCxnSpPr>
          <p:nvPr/>
        </p:nvCxnSpPr>
        <p:spPr>
          <a:xfrm>
            <a:off x="4666129" y="2789499"/>
            <a:ext cx="439472" cy="42879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9" name="Straight Arrow Connector 558">
            <a:extLst>
              <a:ext uri="{FF2B5EF4-FFF2-40B4-BE49-F238E27FC236}">
                <a16:creationId xmlns:a16="http://schemas.microsoft.com/office/drawing/2014/main" id="{491C301B-8A6E-4845-BF28-577AD894F891}"/>
              </a:ext>
            </a:extLst>
          </p:cNvPr>
          <p:cNvCxnSpPr>
            <a:cxnSpLocks/>
            <a:endCxn id="414" idx="2"/>
          </p:cNvCxnSpPr>
          <p:nvPr/>
        </p:nvCxnSpPr>
        <p:spPr>
          <a:xfrm>
            <a:off x="5617182" y="3300714"/>
            <a:ext cx="586969" cy="648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0" name="Straight Arrow Connector 559">
            <a:extLst>
              <a:ext uri="{FF2B5EF4-FFF2-40B4-BE49-F238E27FC236}">
                <a16:creationId xmlns:a16="http://schemas.microsoft.com/office/drawing/2014/main" id="{3C9D1B43-9124-3142-843B-DC7A58F1456E}"/>
              </a:ext>
            </a:extLst>
          </p:cNvPr>
          <p:cNvCxnSpPr>
            <a:cxnSpLocks/>
            <a:stCxn id="266" idx="7"/>
          </p:cNvCxnSpPr>
          <p:nvPr/>
        </p:nvCxnSpPr>
        <p:spPr>
          <a:xfrm flipV="1">
            <a:off x="4777246" y="2268639"/>
            <a:ext cx="502342" cy="281976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1" name="Straight Arrow Connector 560">
            <a:extLst>
              <a:ext uri="{FF2B5EF4-FFF2-40B4-BE49-F238E27FC236}">
                <a16:creationId xmlns:a16="http://schemas.microsoft.com/office/drawing/2014/main" id="{8A7B92A4-0E80-6D4D-87F2-803D33EFB3E5}"/>
              </a:ext>
            </a:extLst>
          </p:cNvPr>
          <p:cNvCxnSpPr>
            <a:cxnSpLocks/>
          </p:cNvCxnSpPr>
          <p:nvPr/>
        </p:nvCxnSpPr>
        <p:spPr>
          <a:xfrm flipV="1">
            <a:off x="6452488" y="2233914"/>
            <a:ext cx="0" cy="88353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2" name="Straight Arrow Connector 561">
            <a:extLst>
              <a:ext uri="{FF2B5EF4-FFF2-40B4-BE49-F238E27FC236}">
                <a16:creationId xmlns:a16="http://schemas.microsoft.com/office/drawing/2014/main" id="{368CBA46-10A4-6B43-8244-BF448DB2A1AB}"/>
              </a:ext>
            </a:extLst>
          </p:cNvPr>
          <p:cNvCxnSpPr>
            <a:cxnSpLocks/>
          </p:cNvCxnSpPr>
          <p:nvPr/>
        </p:nvCxnSpPr>
        <p:spPr>
          <a:xfrm flipV="1">
            <a:off x="6715788" y="2822294"/>
            <a:ext cx="606730" cy="44806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4" name="Group 3">
            <a:extLst>
              <a:ext uri="{FF2B5EF4-FFF2-40B4-BE49-F238E27FC236}">
                <a16:creationId xmlns:a16="http://schemas.microsoft.com/office/drawing/2014/main" id="{CAD83B90-6A61-424F-807D-7507674811C5}"/>
              </a:ext>
            </a:extLst>
          </p:cNvPr>
          <p:cNvGrpSpPr>
            <a:grpSpLocks/>
          </p:cNvGrpSpPr>
          <p:nvPr/>
        </p:nvGrpSpPr>
        <p:grpSpPr bwMode="auto">
          <a:xfrm>
            <a:off x="1182356" y="4594769"/>
            <a:ext cx="3244850" cy="1500187"/>
            <a:chOff x="1385" y="1283"/>
            <a:chExt cx="2044" cy="945"/>
          </a:xfrm>
        </p:grpSpPr>
        <p:sp>
          <p:nvSpPr>
            <p:cNvPr id="235" name="Freeform 4">
              <a:extLst>
                <a:ext uri="{FF2B5EF4-FFF2-40B4-BE49-F238E27FC236}">
                  <a16:creationId xmlns:a16="http://schemas.microsoft.com/office/drawing/2014/main" id="{D55BBFC2-7A7F-8B48-AC36-5E367A0102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8" y="1465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6" name="Oval 5">
              <a:extLst>
                <a:ext uri="{FF2B5EF4-FFF2-40B4-BE49-F238E27FC236}">
                  <a16:creationId xmlns:a16="http://schemas.microsoft.com/office/drawing/2014/main" id="{D1E533AD-8D87-7A4B-8A7E-E763008FB4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8" y="1707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7" name="Line 6">
              <a:extLst>
                <a:ext uri="{FF2B5EF4-FFF2-40B4-BE49-F238E27FC236}">
                  <a16:creationId xmlns:a16="http://schemas.microsoft.com/office/drawing/2014/main" id="{8393A25C-8E73-3945-96CC-27CA319F0D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8" y="1700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8" name="Line 7">
              <a:extLst>
                <a:ext uri="{FF2B5EF4-FFF2-40B4-BE49-F238E27FC236}">
                  <a16:creationId xmlns:a16="http://schemas.microsoft.com/office/drawing/2014/main" id="{00CB3848-99BB-D84B-AFA1-D2A4079058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1" y="1700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9" name="Rectangle 8">
              <a:extLst>
                <a:ext uri="{FF2B5EF4-FFF2-40B4-BE49-F238E27FC236}">
                  <a16:creationId xmlns:a16="http://schemas.microsoft.com/office/drawing/2014/main" id="{D86D7FD3-F350-4745-AAE8-4DC4DEC228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8" y="1700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0" name="Oval 9">
              <a:extLst>
                <a:ext uri="{FF2B5EF4-FFF2-40B4-BE49-F238E27FC236}">
                  <a16:creationId xmlns:a16="http://schemas.microsoft.com/office/drawing/2014/main" id="{9A82BFE7-2A38-894C-A32D-46DEDFCA2D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5" y="1641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1" name="Oval 10">
              <a:extLst>
                <a:ext uri="{FF2B5EF4-FFF2-40B4-BE49-F238E27FC236}">
                  <a16:creationId xmlns:a16="http://schemas.microsoft.com/office/drawing/2014/main" id="{AA854307-5377-8A41-9AEB-75CD5A873A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2" y="2094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2" name="Line 11">
              <a:extLst>
                <a:ext uri="{FF2B5EF4-FFF2-40B4-BE49-F238E27FC236}">
                  <a16:creationId xmlns:a16="http://schemas.microsoft.com/office/drawing/2014/main" id="{9FA810B5-81B4-AB4E-9CB4-8AB6FC42F9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2" y="2087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3" name="Line 12">
              <a:extLst>
                <a:ext uri="{FF2B5EF4-FFF2-40B4-BE49-F238E27FC236}">
                  <a16:creationId xmlns:a16="http://schemas.microsoft.com/office/drawing/2014/main" id="{1F897DDB-A59F-8A49-AA62-3734F23BB9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5" y="2087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4" name="Rectangle 13">
              <a:extLst>
                <a:ext uri="{FF2B5EF4-FFF2-40B4-BE49-F238E27FC236}">
                  <a16:creationId xmlns:a16="http://schemas.microsoft.com/office/drawing/2014/main" id="{109513FF-1C63-234A-9B1E-75D62A42C0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2" y="2087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5" name="Oval 14">
              <a:extLst>
                <a:ext uri="{FF2B5EF4-FFF2-40B4-BE49-F238E27FC236}">
                  <a16:creationId xmlns:a16="http://schemas.microsoft.com/office/drawing/2014/main" id="{30EA6A56-1EC2-C342-B322-0BD69F60A7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9" y="2028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4" name="Oval 15">
              <a:extLst>
                <a:ext uri="{FF2B5EF4-FFF2-40B4-BE49-F238E27FC236}">
                  <a16:creationId xmlns:a16="http://schemas.microsoft.com/office/drawing/2014/main" id="{91BAA6D5-E6E6-3F47-BA4B-0311E0711B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8" y="1404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5" name="Line 16">
              <a:extLst>
                <a:ext uri="{FF2B5EF4-FFF2-40B4-BE49-F238E27FC236}">
                  <a16:creationId xmlns:a16="http://schemas.microsoft.com/office/drawing/2014/main" id="{A8F35EF4-8155-D144-9887-2394E21FD4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8" y="1397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6" name="Line 17">
              <a:extLst>
                <a:ext uri="{FF2B5EF4-FFF2-40B4-BE49-F238E27FC236}">
                  <a16:creationId xmlns:a16="http://schemas.microsoft.com/office/drawing/2014/main" id="{C0FFA446-EED0-654F-8B59-830BB7BE9A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1" y="1397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7" name="Rectangle 18">
              <a:extLst>
                <a:ext uri="{FF2B5EF4-FFF2-40B4-BE49-F238E27FC236}">
                  <a16:creationId xmlns:a16="http://schemas.microsoft.com/office/drawing/2014/main" id="{8C6FDE51-7923-3B44-830E-2DB7807967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8" y="1397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8" name="Oval 19">
              <a:extLst>
                <a:ext uri="{FF2B5EF4-FFF2-40B4-BE49-F238E27FC236}">
                  <a16:creationId xmlns:a16="http://schemas.microsoft.com/office/drawing/2014/main" id="{48735EAA-D015-2749-B8E6-A932F1A865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5" y="1338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6" name="Oval 20">
              <a:extLst>
                <a:ext uri="{FF2B5EF4-FFF2-40B4-BE49-F238E27FC236}">
                  <a16:creationId xmlns:a16="http://schemas.microsoft.com/office/drawing/2014/main" id="{2C0D7CB9-B6B7-7F48-A7C9-A5362FCF33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1" y="1400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7" name="Line 21">
              <a:extLst>
                <a:ext uri="{FF2B5EF4-FFF2-40B4-BE49-F238E27FC236}">
                  <a16:creationId xmlns:a16="http://schemas.microsoft.com/office/drawing/2014/main" id="{5710184A-753A-EF4E-A1BA-C728CC0A08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1" y="1393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8" name="Line 22">
              <a:extLst>
                <a:ext uri="{FF2B5EF4-FFF2-40B4-BE49-F238E27FC236}">
                  <a16:creationId xmlns:a16="http://schemas.microsoft.com/office/drawing/2014/main" id="{77D8EC50-7DE6-D947-804E-5FF59E3421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3" y="1393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9" name="Rectangle 23">
              <a:extLst>
                <a:ext uri="{FF2B5EF4-FFF2-40B4-BE49-F238E27FC236}">
                  <a16:creationId xmlns:a16="http://schemas.microsoft.com/office/drawing/2014/main" id="{640A0C04-CA0A-D44B-AE10-2BB26102D9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1" y="1393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0" name="Oval 24">
              <a:extLst>
                <a:ext uri="{FF2B5EF4-FFF2-40B4-BE49-F238E27FC236}">
                  <a16:creationId xmlns:a16="http://schemas.microsoft.com/office/drawing/2014/main" id="{3DBD615F-4385-7F48-84F4-A38AEA1DC5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1337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1" name="Oval 25">
              <a:extLst>
                <a:ext uri="{FF2B5EF4-FFF2-40B4-BE49-F238E27FC236}">
                  <a16:creationId xmlns:a16="http://schemas.microsoft.com/office/drawing/2014/main" id="{5EAEA945-6C71-7244-8444-F5DE78D3A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1" y="2091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2" name="Line 26">
              <a:extLst>
                <a:ext uri="{FF2B5EF4-FFF2-40B4-BE49-F238E27FC236}">
                  <a16:creationId xmlns:a16="http://schemas.microsoft.com/office/drawing/2014/main" id="{B239EFA1-CE87-FA45-AECE-0A1D04B2EE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1" y="2084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3" name="Line 27">
              <a:extLst>
                <a:ext uri="{FF2B5EF4-FFF2-40B4-BE49-F238E27FC236}">
                  <a16:creationId xmlns:a16="http://schemas.microsoft.com/office/drawing/2014/main" id="{F57F8B7F-1DEE-0646-944B-3627E05035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4" y="2084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4" name="Rectangle 28">
              <a:extLst>
                <a:ext uri="{FF2B5EF4-FFF2-40B4-BE49-F238E27FC236}">
                  <a16:creationId xmlns:a16="http://schemas.microsoft.com/office/drawing/2014/main" id="{48E9AA69-2A64-F44B-AF24-4B58BF3B85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1" y="2084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5" name="Oval 29">
              <a:extLst>
                <a:ext uri="{FF2B5EF4-FFF2-40B4-BE49-F238E27FC236}">
                  <a16:creationId xmlns:a16="http://schemas.microsoft.com/office/drawing/2014/main" id="{DB57CF03-5C7F-7446-BFCA-6885962A7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8" y="2025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6" name="Oval 30">
              <a:extLst>
                <a:ext uri="{FF2B5EF4-FFF2-40B4-BE49-F238E27FC236}">
                  <a16:creationId xmlns:a16="http://schemas.microsoft.com/office/drawing/2014/main" id="{57E7565D-361A-0649-83E3-41C966CEDD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6" y="1750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7" name="Line 31">
              <a:extLst>
                <a:ext uri="{FF2B5EF4-FFF2-40B4-BE49-F238E27FC236}">
                  <a16:creationId xmlns:a16="http://schemas.microsoft.com/office/drawing/2014/main" id="{7307AAD6-1B7B-3E4C-AD3F-1CB98C2433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1743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8" name="Line 32">
              <a:extLst>
                <a:ext uri="{FF2B5EF4-FFF2-40B4-BE49-F238E27FC236}">
                  <a16:creationId xmlns:a16="http://schemas.microsoft.com/office/drawing/2014/main" id="{85AADD66-C3FE-324C-91AE-0057BDCFD4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9" y="1743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9" name="Rectangle 33">
              <a:extLst>
                <a:ext uri="{FF2B5EF4-FFF2-40B4-BE49-F238E27FC236}">
                  <a16:creationId xmlns:a16="http://schemas.microsoft.com/office/drawing/2014/main" id="{8FC4E749-70CE-3946-A306-97D91D359D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6" y="1743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0" name="Oval 34">
              <a:extLst>
                <a:ext uri="{FF2B5EF4-FFF2-40B4-BE49-F238E27FC236}">
                  <a16:creationId xmlns:a16="http://schemas.microsoft.com/office/drawing/2014/main" id="{83AC3490-7FA4-A843-9DD7-EAD43C146C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3" y="1684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1" name="Freeform 35">
              <a:extLst>
                <a:ext uri="{FF2B5EF4-FFF2-40B4-BE49-F238E27FC236}">
                  <a16:creationId xmlns:a16="http://schemas.microsoft.com/office/drawing/2014/main" id="{E0CB0E6F-0318-5A42-804B-74DE7351E2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7" y="1492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2" name="Freeform 36">
              <a:extLst>
                <a:ext uri="{FF2B5EF4-FFF2-40B4-BE49-F238E27FC236}">
                  <a16:creationId xmlns:a16="http://schemas.microsoft.com/office/drawing/2014/main" id="{8911BBF2-790A-F940-A9A6-265EE2DEDC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6" y="1831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3" name="Freeform 37">
              <a:extLst>
                <a:ext uri="{FF2B5EF4-FFF2-40B4-BE49-F238E27FC236}">
                  <a16:creationId xmlns:a16="http://schemas.microsoft.com/office/drawing/2014/main" id="{5FCEA00D-30D9-AD48-B36B-87D306BDCA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5" y="2113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4" name="Freeform 38">
              <a:extLst>
                <a:ext uri="{FF2B5EF4-FFF2-40B4-BE49-F238E27FC236}">
                  <a16:creationId xmlns:a16="http://schemas.microsoft.com/office/drawing/2014/main" id="{FFF79244-8621-1B4A-A951-D5F428298C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4" y="1789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295" name="Group 39">
              <a:extLst>
                <a:ext uri="{FF2B5EF4-FFF2-40B4-BE49-F238E27FC236}">
                  <a16:creationId xmlns:a16="http://schemas.microsoft.com/office/drawing/2014/main" id="{3FE22FDD-2AF6-2F45-9D94-A7E347A876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37" y="1589"/>
              <a:ext cx="205" cy="250"/>
              <a:chOff x="2954" y="2425"/>
              <a:chExt cx="208" cy="250"/>
            </a:xfrm>
          </p:grpSpPr>
          <p:sp>
            <p:nvSpPr>
              <p:cNvPr id="311" name="Rectangle 40">
                <a:extLst>
                  <a:ext uri="{FF2B5EF4-FFF2-40B4-BE49-F238E27FC236}">
                    <a16:creationId xmlns:a16="http://schemas.microsoft.com/office/drawing/2014/main" id="{7F9E7EA5-4703-3A4F-83AA-78477F6D2D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2" name="Text Box 41">
                <a:extLst>
                  <a:ext uri="{FF2B5EF4-FFF2-40B4-BE49-F238E27FC236}">
                    <a16:creationId xmlns:a16="http://schemas.microsoft.com/office/drawing/2014/main" id="{7F6788A4-B028-5E46-BA6B-8260B340CC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296" name="Group 42">
              <a:extLst>
                <a:ext uri="{FF2B5EF4-FFF2-40B4-BE49-F238E27FC236}">
                  <a16:creationId xmlns:a16="http://schemas.microsoft.com/office/drawing/2014/main" id="{3B399E80-BBE9-DE42-9C20-F733C3486E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1" y="1973"/>
              <a:ext cx="196" cy="250"/>
              <a:chOff x="2958" y="2425"/>
              <a:chExt cx="199" cy="250"/>
            </a:xfrm>
          </p:grpSpPr>
          <p:sp>
            <p:nvSpPr>
              <p:cNvPr id="309" name="Rectangle 43">
                <a:extLst>
                  <a:ext uri="{FF2B5EF4-FFF2-40B4-BE49-F238E27FC236}">
                    <a16:creationId xmlns:a16="http://schemas.microsoft.com/office/drawing/2014/main" id="{C759317C-74E3-004E-8696-C6730D2A76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0" name="Text Box 44">
                <a:extLst>
                  <a:ext uri="{FF2B5EF4-FFF2-40B4-BE49-F238E27FC236}">
                    <a16:creationId xmlns:a16="http://schemas.microsoft.com/office/drawing/2014/main" id="{5EC66565-CE3C-DC49-A451-6127C9B7F1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297" name="Group 45">
              <a:extLst>
                <a:ext uri="{FF2B5EF4-FFF2-40B4-BE49-F238E27FC236}">
                  <a16:creationId xmlns:a16="http://schemas.microsoft.com/office/drawing/2014/main" id="{24F7013F-EE6F-1840-BCC7-9CF2E43BDE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2" y="1940"/>
              <a:ext cx="212" cy="288"/>
              <a:chOff x="2951" y="2395"/>
              <a:chExt cx="213" cy="288"/>
            </a:xfrm>
          </p:grpSpPr>
          <p:sp>
            <p:nvSpPr>
              <p:cNvPr id="307" name="Rectangle 46">
                <a:extLst>
                  <a:ext uri="{FF2B5EF4-FFF2-40B4-BE49-F238E27FC236}">
                    <a16:creationId xmlns:a16="http://schemas.microsoft.com/office/drawing/2014/main" id="{534C2F14-5739-6A42-A4B7-963A8F9D05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8" name="Text Box 47">
                <a:extLst>
                  <a:ext uri="{FF2B5EF4-FFF2-40B4-BE49-F238E27FC236}">
                    <a16:creationId xmlns:a16="http://schemas.microsoft.com/office/drawing/2014/main" id="{06099668-A654-B443-AD81-E015DBEC4A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298" name="Group 48">
              <a:extLst>
                <a:ext uri="{FF2B5EF4-FFF2-40B4-BE49-F238E27FC236}">
                  <a16:creationId xmlns:a16="http://schemas.microsoft.com/office/drawing/2014/main" id="{9DDFF683-1C8F-C14A-B1E0-84D48C9766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88" y="1283"/>
              <a:ext cx="232" cy="250"/>
              <a:chOff x="2941" y="2425"/>
              <a:chExt cx="235" cy="250"/>
            </a:xfrm>
          </p:grpSpPr>
          <p:sp>
            <p:nvSpPr>
              <p:cNvPr id="305" name="Rectangle 49">
                <a:extLst>
                  <a:ext uri="{FF2B5EF4-FFF2-40B4-BE49-F238E27FC236}">
                    <a16:creationId xmlns:a16="http://schemas.microsoft.com/office/drawing/2014/main" id="{6ACA49F7-2DDA-174A-BA02-F0E6DC5FE7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6" name="Text Box 50">
                <a:extLst>
                  <a:ext uri="{FF2B5EF4-FFF2-40B4-BE49-F238E27FC236}">
                    <a16:creationId xmlns:a16="http://schemas.microsoft.com/office/drawing/2014/main" id="{B380098B-5F1B-B443-B890-D9D80D58A5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1" y="2425"/>
                <a:ext cx="23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299" name="Group 51">
              <a:extLst>
                <a:ext uri="{FF2B5EF4-FFF2-40B4-BE49-F238E27FC236}">
                  <a16:creationId xmlns:a16="http://schemas.microsoft.com/office/drawing/2014/main" id="{657C09A9-0D00-C341-97E4-BFE0D534EA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1" y="1283"/>
              <a:ext cx="196" cy="250"/>
              <a:chOff x="2958" y="2425"/>
              <a:chExt cx="199" cy="250"/>
            </a:xfrm>
          </p:grpSpPr>
          <p:sp>
            <p:nvSpPr>
              <p:cNvPr id="303" name="Rectangle 52">
                <a:extLst>
                  <a:ext uri="{FF2B5EF4-FFF2-40B4-BE49-F238E27FC236}">
                    <a16:creationId xmlns:a16="http://schemas.microsoft.com/office/drawing/2014/main" id="{DA96FFA9-8E2C-F446-A90C-1D2C3A7409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4" name="Text Box 53">
                <a:extLst>
                  <a:ext uri="{FF2B5EF4-FFF2-40B4-BE49-F238E27FC236}">
                    <a16:creationId xmlns:a16="http://schemas.microsoft.com/office/drawing/2014/main" id="{4094D47B-3C2E-1549-9303-FE64B14C52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300" name="Group 54">
              <a:extLst>
                <a:ext uri="{FF2B5EF4-FFF2-40B4-BE49-F238E27FC236}">
                  <a16:creationId xmlns:a16="http://schemas.microsoft.com/office/drawing/2014/main" id="{4895C555-2EC4-9F4B-9A35-FF3D23C076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75" y="1601"/>
              <a:ext cx="212" cy="288"/>
              <a:chOff x="2949" y="2395"/>
              <a:chExt cx="214" cy="288"/>
            </a:xfrm>
          </p:grpSpPr>
          <p:sp>
            <p:nvSpPr>
              <p:cNvPr id="301" name="Rectangle 55">
                <a:extLst>
                  <a:ext uri="{FF2B5EF4-FFF2-40B4-BE49-F238E27FC236}">
                    <a16:creationId xmlns:a16="http://schemas.microsoft.com/office/drawing/2014/main" id="{1594FC40-950D-DD4E-9742-69A340A7FA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2" name="Text Box 56">
                <a:extLst>
                  <a:ext uri="{FF2B5EF4-FFF2-40B4-BE49-F238E27FC236}">
                    <a16:creationId xmlns:a16="http://schemas.microsoft.com/office/drawing/2014/main" id="{70D90BEE-05A4-FA49-8BE7-08E95F13AB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</p:grpSp>
      <p:sp>
        <p:nvSpPr>
          <p:cNvPr id="313" name="Text Box 57">
            <a:extLst>
              <a:ext uri="{FF2B5EF4-FFF2-40B4-BE49-F238E27FC236}">
                <a16:creationId xmlns:a16="http://schemas.microsoft.com/office/drawing/2014/main" id="{64A60984-9F92-014B-A1A1-4ED6EE18F0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194" y="3975560"/>
            <a:ext cx="475213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resulting least-cost-path tree from u: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CB75B83-340D-DF48-B11B-E4763431618C}"/>
              </a:ext>
            </a:extLst>
          </p:cNvPr>
          <p:cNvGrpSpPr/>
          <p:nvPr/>
        </p:nvGrpSpPr>
        <p:grpSpPr>
          <a:xfrm>
            <a:off x="5736310" y="3974818"/>
            <a:ext cx="4022768" cy="2583002"/>
            <a:chOff x="6731733" y="3986393"/>
            <a:chExt cx="4022768" cy="2583002"/>
          </a:xfrm>
        </p:grpSpPr>
        <p:sp>
          <p:nvSpPr>
            <p:cNvPr id="329" name="Text Box 73">
              <a:extLst>
                <a:ext uri="{FF2B5EF4-FFF2-40B4-BE49-F238E27FC236}">
                  <a16:creationId xmlns:a16="http://schemas.microsoft.com/office/drawing/2014/main" id="{33F13002-9C84-AC45-85CD-36E5D057AC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1733" y="3986393"/>
              <a:ext cx="402276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rgbClr val="000000"/>
                  </a:solidFill>
                  <a:latin typeface="+mn-lt"/>
                </a:rPr>
                <a:t>resulting forwarding table in u: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A06AC3B-3519-6940-83CC-F298AC6E1530}"/>
                </a:ext>
              </a:extLst>
            </p:cNvPr>
            <p:cNvGrpSpPr/>
            <p:nvPr/>
          </p:nvGrpSpPr>
          <p:grpSpPr>
            <a:xfrm>
              <a:off x="7373074" y="4495305"/>
              <a:ext cx="2423080" cy="2074090"/>
              <a:chOff x="9178724" y="1740531"/>
              <a:chExt cx="2423080" cy="207409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FA510DE8-21E1-A542-BA94-C8D9DE35CF35}"/>
                  </a:ext>
                </a:extLst>
              </p:cNvPr>
              <p:cNvSpPr/>
              <p:nvPr/>
            </p:nvSpPr>
            <p:spPr>
              <a:xfrm>
                <a:off x="9199418" y="1778000"/>
                <a:ext cx="2373746" cy="27709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1854B982-B7D4-D841-A53C-E699EE81E943}"/>
                  </a:ext>
                </a:extLst>
              </p:cNvPr>
              <p:cNvSpPr/>
              <p:nvPr/>
            </p:nvSpPr>
            <p:spPr>
              <a:xfrm>
                <a:off x="9190298" y="1770927"/>
                <a:ext cx="2384385" cy="1979271"/>
              </a:xfrm>
              <a:prstGeom prst="rect">
                <a:avLst/>
              </a:prstGeom>
              <a:noFill/>
              <a:ln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507A910-2025-F047-93E1-3DCFBCE13ED1}"/>
                  </a:ext>
                </a:extLst>
              </p:cNvPr>
              <p:cNvSpPr txBox="1"/>
              <p:nvPr/>
            </p:nvSpPr>
            <p:spPr>
              <a:xfrm>
                <a:off x="9572264" y="2060295"/>
                <a:ext cx="404278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sz="2400" dirty="0"/>
                  <a:t>v</a:t>
                </a:r>
              </a:p>
              <a:p>
                <a:pPr algn="ctr">
                  <a:lnSpc>
                    <a:spcPct val="90000"/>
                  </a:lnSpc>
                </a:pPr>
                <a:r>
                  <a:rPr lang="en-US" sz="2400" dirty="0"/>
                  <a:t>x</a:t>
                </a:r>
              </a:p>
              <a:p>
                <a:pPr algn="ctr">
                  <a:lnSpc>
                    <a:spcPct val="90000"/>
                  </a:lnSpc>
                </a:pPr>
                <a:r>
                  <a:rPr lang="en-US" sz="2400" dirty="0"/>
                  <a:t>y</a:t>
                </a:r>
              </a:p>
              <a:p>
                <a:pPr algn="ctr">
                  <a:lnSpc>
                    <a:spcPct val="90000"/>
                  </a:lnSpc>
                </a:pPr>
                <a:r>
                  <a:rPr lang="en-US" sz="2400" dirty="0"/>
                  <a:t>w</a:t>
                </a:r>
              </a:p>
              <a:p>
                <a:pPr algn="ctr">
                  <a:lnSpc>
                    <a:spcPct val="90000"/>
                  </a:lnSpc>
                </a:pPr>
                <a:r>
                  <a:rPr lang="en-US" sz="2400" dirty="0"/>
                  <a:t>x</a:t>
                </a:r>
                <a:endParaRPr lang="en-US" dirty="0"/>
              </a:p>
            </p:txBody>
          </p:sp>
          <p:sp>
            <p:nvSpPr>
              <p:cNvPr id="330" name="TextBox 329">
                <a:extLst>
                  <a:ext uri="{FF2B5EF4-FFF2-40B4-BE49-F238E27FC236}">
                    <a16:creationId xmlns:a16="http://schemas.microsoft.com/office/drawing/2014/main" id="{D2ECC22B-FD29-854E-98E6-577039BEAFC8}"/>
                  </a:ext>
                </a:extLst>
              </p:cNvPr>
              <p:cNvSpPr txBox="1"/>
              <p:nvPr/>
            </p:nvSpPr>
            <p:spPr>
              <a:xfrm>
                <a:off x="10615914" y="2050649"/>
                <a:ext cx="748923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2400" dirty="0"/>
                  <a:t>(u,v)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2400" dirty="0"/>
                  <a:t>(u,x)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2400" dirty="0"/>
                  <a:t>(u,x)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2400" dirty="0"/>
                  <a:t>(u,x)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2400" dirty="0"/>
                  <a:t>(u,x)</a:t>
                </a:r>
                <a:endParaRPr lang="en-US" dirty="0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E9A1932-3100-C346-AA74-8048C9EF5669}"/>
                  </a:ext>
                </a:extLst>
              </p:cNvPr>
              <p:cNvSpPr txBox="1"/>
              <p:nvPr/>
            </p:nvSpPr>
            <p:spPr>
              <a:xfrm>
                <a:off x="9220467" y="1747835"/>
                <a:ext cx="112300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destination</a:t>
                </a:r>
                <a:endParaRPr lang="en-US" dirty="0"/>
              </a:p>
            </p:txBody>
          </p:sp>
          <p:sp>
            <p:nvSpPr>
              <p:cNvPr id="331" name="TextBox 330">
                <a:extLst>
                  <a:ext uri="{FF2B5EF4-FFF2-40B4-BE49-F238E27FC236}">
                    <a16:creationId xmlns:a16="http://schemas.microsoft.com/office/drawing/2014/main" id="{5C520567-C138-9F4F-972E-A6D6E1C098AE}"/>
                  </a:ext>
                </a:extLst>
              </p:cNvPr>
              <p:cNvSpPr txBox="1"/>
              <p:nvPr/>
            </p:nvSpPr>
            <p:spPr>
              <a:xfrm>
                <a:off x="10338125" y="1740531"/>
                <a:ext cx="126367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outgoing link</a:t>
                </a:r>
              </a:p>
            </p:txBody>
          </p: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C34AB781-8439-8C4F-8F97-23D8CA7BA0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78724" y="2060293"/>
                <a:ext cx="2395960" cy="0"/>
              </a:xfrm>
              <a:prstGeom prst="line">
                <a:avLst/>
              </a:prstGeom>
              <a:ln w="12700">
                <a:solidFill>
                  <a:srgbClr val="0000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2" name="Straight Connector 331">
                <a:extLst>
                  <a:ext uri="{FF2B5EF4-FFF2-40B4-BE49-F238E27FC236}">
                    <a16:creationId xmlns:a16="http://schemas.microsoft.com/office/drawing/2014/main" id="{CE7D2336-FF8B-F94C-A7C3-827D1CE1B0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59342" y="1770927"/>
                <a:ext cx="0" cy="1990845"/>
              </a:xfrm>
              <a:prstGeom prst="line">
                <a:avLst/>
              </a:prstGeom>
              <a:ln w="12700">
                <a:solidFill>
                  <a:srgbClr val="0000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7EB9AF4-5603-FB43-B05B-61449C2AEFFB}"/>
              </a:ext>
            </a:extLst>
          </p:cNvPr>
          <p:cNvGrpSpPr/>
          <p:nvPr/>
        </p:nvGrpSpPr>
        <p:grpSpPr>
          <a:xfrm>
            <a:off x="8565265" y="4815068"/>
            <a:ext cx="3170508" cy="369332"/>
            <a:chOff x="8565265" y="4815068"/>
            <a:chExt cx="3170508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E6387EE-3D37-4948-8425-E51C56BFAD3E}"/>
                </a:ext>
              </a:extLst>
            </p:cNvPr>
            <p:cNvSpPr txBox="1"/>
            <p:nvPr/>
          </p:nvSpPr>
          <p:spPr>
            <a:xfrm>
              <a:off x="9201874" y="4815068"/>
              <a:ext cx="25338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route from </a:t>
              </a:r>
              <a:r>
                <a:rPr lang="en-US" i="1" dirty="0"/>
                <a:t>u</a:t>
              </a:r>
              <a:r>
                <a:rPr lang="en-US" dirty="0"/>
                <a:t> to</a:t>
              </a:r>
              <a:r>
                <a:rPr lang="en-US" i="1" dirty="0"/>
                <a:t> v </a:t>
              </a:r>
              <a:r>
                <a:rPr lang="en-US" dirty="0"/>
                <a:t>directly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127B774-BBDB-844B-9FDB-AFB31AC4A39F}"/>
                </a:ext>
              </a:extLst>
            </p:cNvPr>
            <p:cNvCxnSpPr>
              <a:cxnSpLocks/>
            </p:cNvCxnSpPr>
            <p:nvPr/>
          </p:nvCxnSpPr>
          <p:spPr>
            <a:xfrm>
              <a:off x="8565265" y="5000264"/>
              <a:ext cx="682907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F3C6B55-B326-044B-8E06-D5159D43754E}"/>
              </a:ext>
            </a:extLst>
          </p:cNvPr>
          <p:cNvGrpSpPr/>
          <p:nvPr/>
        </p:nvGrpSpPr>
        <p:grpSpPr>
          <a:xfrm>
            <a:off x="8877782" y="5197032"/>
            <a:ext cx="2372811" cy="1260926"/>
            <a:chOff x="8877782" y="5197032"/>
            <a:chExt cx="2372811" cy="1260926"/>
          </a:xfrm>
        </p:grpSpPr>
        <p:sp>
          <p:nvSpPr>
            <p:cNvPr id="333" name="TextBox 332">
              <a:extLst>
                <a:ext uri="{FF2B5EF4-FFF2-40B4-BE49-F238E27FC236}">
                  <a16:creationId xmlns:a16="http://schemas.microsoft.com/office/drawing/2014/main" id="{C09FF997-745F-784E-9A60-C291F499E8CB}"/>
                </a:ext>
              </a:extLst>
            </p:cNvPr>
            <p:cNvSpPr txBox="1"/>
            <p:nvPr/>
          </p:nvSpPr>
          <p:spPr>
            <a:xfrm>
              <a:off x="9215379" y="5534628"/>
              <a:ext cx="203521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route from u to all other destinations via </a:t>
              </a:r>
              <a:r>
                <a:rPr lang="en-US" i="1" dirty="0"/>
                <a:t>x</a:t>
              </a:r>
              <a:r>
                <a:rPr lang="en-US" dirty="0"/>
                <a:t> </a:t>
              </a:r>
            </a:p>
          </p:txBody>
        </p:sp>
        <p:sp>
          <p:nvSpPr>
            <p:cNvPr id="30" name="Right Brace 29">
              <a:extLst>
                <a:ext uri="{FF2B5EF4-FFF2-40B4-BE49-F238E27FC236}">
                  <a16:creationId xmlns:a16="http://schemas.microsoft.com/office/drawing/2014/main" id="{68ADB3E5-D636-BB44-86FA-BBB701733A10}"/>
                </a:ext>
              </a:extLst>
            </p:cNvPr>
            <p:cNvSpPr/>
            <p:nvPr/>
          </p:nvSpPr>
          <p:spPr>
            <a:xfrm>
              <a:off x="8877782" y="5197032"/>
              <a:ext cx="352218" cy="1238491"/>
            </a:xfrm>
            <a:prstGeom prst="rightBrac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29C682-5218-577D-0DA5-DCFFE9C9B2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204591-24BD-A542-B9D5-F8D8A88D2FEE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098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another example</a:t>
            </a:r>
          </a:p>
        </p:txBody>
      </p:sp>
      <p:grpSp>
        <p:nvGrpSpPr>
          <p:cNvPr id="276" name="Group 2">
            <a:extLst>
              <a:ext uri="{FF2B5EF4-FFF2-40B4-BE49-F238E27FC236}">
                <a16:creationId xmlns:a16="http://schemas.microsoft.com/office/drawing/2014/main" id="{32F1096F-92AF-264C-9891-4B2131A1535A}"/>
              </a:ext>
            </a:extLst>
          </p:cNvPr>
          <p:cNvGrpSpPr>
            <a:grpSpLocks/>
          </p:cNvGrpSpPr>
          <p:nvPr/>
        </p:nvGrpSpPr>
        <p:grpSpPr bwMode="auto">
          <a:xfrm>
            <a:off x="7267328" y="1497821"/>
            <a:ext cx="4217987" cy="3364357"/>
            <a:chOff x="415" y="856"/>
            <a:chExt cx="2910" cy="2258"/>
          </a:xfrm>
        </p:grpSpPr>
        <p:grpSp>
          <p:nvGrpSpPr>
            <p:cNvPr id="277" name="Group 3">
              <a:extLst>
                <a:ext uri="{FF2B5EF4-FFF2-40B4-BE49-F238E27FC236}">
                  <a16:creationId xmlns:a16="http://schemas.microsoft.com/office/drawing/2014/main" id="{658BC70D-BFE1-3445-B630-7B3A4A7964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0" y="1997"/>
              <a:ext cx="316" cy="267"/>
              <a:chOff x="1613" y="2011"/>
              <a:chExt cx="316" cy="267"/>
            </a:xfrm>
          </p:grpSpPr>
          <p:sp>
            <p:nvSpPr>
              <p:cNvPr id="339" name="Oval 4">
                <a:extLst>
                  <a:ext uri="{FF2B5EF4-FFF2-40B4-BE49-F238E27FC236}">
                    <a16:creationId xmlns:a16="http://schemas.microsoft.com/office/drawing/2014/main" id="{12B70928-94ED-274E-B17E-6E7CC5A85C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8"/>
                <a:ext cx="311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40" name="Line 5">
                <a:extLst>
                  <a:ext uri="{FF2B5EF4-FFF2-40B4-BE49-F238E27FC236}">
                    <a16:creationId xmlns:a16="http://schemas.microsoft.com/office/drawing/2014/main" id="{724BACA0-C784-AA40-8F39-24AD775379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6" y="2129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41" name="Line 6">
                <a:extLst>
                  <a:ext uri="{FF2B5EF4-FFF2-40B4-BE49-F238E27FC236}">
                    <a16:creationId xmlns:a16="http://schemas.microsoft.com/office/drawing/2014/main" id="{60ABD3DF-926A-F240-941E-16F8EC7F87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9" y="2129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42" name="Rectangle 7">
                <a:extLst>
                  <a:ext uri="{FF2B5EF4-FFF2-40B4-BE49-F238E27FC236}">
                    <a16:creationId xmlns:a16="http://schemas.microsoft.com/office/drawing/2014/main" id="{422D10D2-9AFE-1242-8892-1E7B20AE22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29"/>
                <a:ext cx="308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43" name="Oval 8">
                <a:extLst>
                  <a:ext uri="{FF2B5EF4-FFF2-40B4-BE49-F238E27FC236}">
                    <a16:creationId xmlns:a16="http://schemas.microsoft.com/office/drawing/2014/main" id="{A63B1AAC-711F-694A-BF58-5189313DB8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3" y="2072"/>
                <a:ext cx="311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44" name="Rectangle 9">
                <a:extLst>
                  <a:ext uri="{FF2B5EF4-FFF2-40B4-BE49-F238E27FC236}">
                    <a16:creationId xmlns:a16="http://schemas.microsoft.com/office/drawing/2014/main" id="{C458B676-20F1-6E43-A811-83BAEA22C3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6" y="2100"/>
                <a:ext cx="140" cy="105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45" name="Text Box 10">
                <a:extLst>
                  <a:ext uri="{FF2B5EF4-FFF2-40B4-BE49-F238E27FC236}">
                    <a16:creationId xmlns:a16="http://schemas.microsoft.com/office/drawing/2014/main" id="{484CB1B7-C628-9F42-990E-9F7B96F344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33" y="2011"/>
                <a:ext cx="254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278" name="Text Box 11">
              <a:extLst>
                <a:ext uri="{FF2B5EF4-FFF2-40B4-BE49-F238E27FC236}">
                  <a16:creationId xmlns:a16="http://schemas.microsoft.com/office/drawing/2014/main" id="{2C66EC07-AF51-8046-9F06-245C35A6BA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5" y="1959"/>
              <a:ext cx="215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9" name="Text Box 12">
              <a:extLst>
                <a:ext uri="{FF2B5EF4-FFF2-40B4-BE49-F238E27FC236}">
                  <a16:creationId xmlns:a16="http://schemas.microsoft.com/office/drawing/2014/main" id="{FD2DA6DD-F18F-9646-A088-CBDDFC2989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30" y="1478"/>
              <a:ext cx="215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280" name="Group 13">
              <a:extLst>
                <a:ext uri="{FF2B5EF4-FFF2-40B4-BE49-F238E27FC236}">
                  <a16:creationId xmlns:a16="http://schemas.microsoft.com/office/drawing/2014/main" id="{471A1164-4650-7144-A6A9-CC01236964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9" y="2848"/>
              <a:ext cx="316" cy="266"/>
              <a:chOff x="1613" y="2011"/>
              <a:chExt cx="316" cy="266"/>
            </a:xfrm>
          </p:grpSpPr>
          <p:sp>
            <p:nvSpPr>
              <p:cNvPr id="332" name="Oval 14">
                <a:extLst>
                  <a:ext uri="{FF2B5EF4-FFF2-40B4-BE49-F238E27FC236}">
                    <a16:creationId xmlns:a16="http://schemas.microsoft.com/office/drawing/2014/main" id="{80A336F3-1162-5342-AC4A-8B2AED4E91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33" name="Line 15">
                <a:extLst>
                  <a:ext uri="{FF2B5EF4-FFF2-40B4-BE49-F238E27FC236}">
                    <a16:creationId xmlns:a16="http://schemas.microsoft.com/office/drawing/2014/main" id="{9FF9E86E-2F60-184C-8322-81DAB6CC79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6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34" name="Line 16">
                <a:extLst>
                  <a:ext uri="{FF2B5EF4-FFF2-40B4-BE49-F238E27FC236}">
                    <a16:creationId xmlns:a16="http://schemas.microsoft.com/office/drawing/2014/main" id="{139291DA-0B23-AF4A-80E1-C5AB8C8D54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9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35" name="Rectangle 17">
                <a:extLst>
                  <a:ext uri="{FF2B5EF4-FFF2-40B4-BE49-F238E27FC236}">
                    <a16:creationId xmlns:a16="http://schemas.microsoft.com/office/drawing/2014/main" id="{DCCEEA9D-E3E7-3E47-B22F-9936B2939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36" name="Oval 18">
                <a:extLst>
                  <a:ext uri="{FF2B5EF4-FFF2-40B4-BE49-F238E27FC236}">
                    <a16:creationId xmlns:a16="http://schemas.microsoft.com/office/drawing/2014/main" id="{BC673A69-9F19-6E48-B78B-300E678AB9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3" y="2072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37" name="Rectangle 19">
                <a:extLst>
                  <a:ext uri="{FF2B5EF4-FFF2-40B4-BE49-F238E27FC236}">
                    <a16:creationId xmlns:a16="http://schemas.microsoft.com/office/drawing/2014/main" id="{9CB54AFD-33DB-F34A-A696-9C14C1F2BC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7" y="2100"/>
                <a:ext cx="141" cy="105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38" name="Text Box 20">
                <a:extLst>
                  <a:ext uri="{FF2B5EF4-FFF2-40B4-BE49-F238E27FC236}">
                    <a16:creationId xmlns:a16="http://schemas.microsoft.com/office/drawing/2014/main" id="{AC845383-9D3E-5C42-BB6B-3E65197E8A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52" y="2011"/>
                <a:ext cx="215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281" name="Group 21">
              <a:extLst>
                <a:ext uri="{FF2B5EF4-FFF2-40B4-BE49-F238E27FC236}">
                  <a16:creationId xmlns:a16="http://schemas.microsoft.com/office/drawing/2014/main" id="{BA8E377E-CA1A-ED4B-BF90-295028D96A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5" y="856"/>
              <a:ext cx="316" cy="266"/>
              <a:chOff x="1613" y="2011"/>
              <a:chExt cx="316" cy="266"/>
            </a:xfrm>
          </p:grpSpPr>
          <p:sp>
            <p:nvSpPr>
              <p:cNvPr id="325" name="Oval 22">
                <a:extLst>
                  <a:ext uri="{FF2B5EF4-FFF2-40B4-BE49-F238E27FC236}">
                    <a16:creationId xmlns:a16="http://schemas.microsoft.com/office/drawing/2014/main" id="{BDA57358-5E81-8C48-92CB-61DF13F507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6" name="Line 23">
                <a:extLst>
                  <a:ext uri="{FF2B5EF4-FFF2-40B4-BE49-F238E27FC236}">
                    <a16:creationId xmlns:a16="http://schemas.microsoft.com/office/drawing/2014/main" id="{25B69C18-8DE4-7742-9F14-35A6A88947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6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7" name="Line 24">
                <a:extLst>
                  <a:ext uri="{FF2B5EF4-FFF2-40B4-BE49-F238E27FC236}">
                    <a16:creationId xmlns:a16="http://schemas.microsoft.com/office/drawing/2014/main" id="{6CB89C37-D416-D242-8479-89D57F6520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9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8" name="Rectangle 25">
                <a:extLst>
                  <a:ext uri="{FF2B5EF4-FFF2-40B4-BE49-F238E27FC236}">
                    <a16:creationId xmlns:a16="http://schemas.microsoft.com/office/drawing/2014/main" id="{21DBFB42-3378-4745-AF73-D425CA55A3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9" name="Oval 26">
                <a:extLst>
                  <a:ext uri="{FF2B5EF4-FFF2-40B4-BE49-F238E27FC236}">
                    <a16:creationId xmlns:a16="http://schemas.microsoft.com/office/drawing/2014/main" id="{447835FA-E0FB-B943-9D6A-5FD5261488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1" y="2072"/>
                <a:ext cx="313" cy="97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30" name="Rectangle 27">
                <a:extLst>
                  <a:ext uri="{FF2B5EF4-FFF2-40B4-BE49-F238E27FC236}">
                    <a16:creationId xmlns:a16="http://schemas.microsoft.com/office/drawing/2014/main" id="{07E675A6-015B-7F42-BDF9-8330D4ADC6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7" y="2100"/>
                <a:ext cx="141" cy="103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31" name="Text Box 28">
                <a:extLst>
                  <a:ext uri="{FF2B5EF4-FFF2-40B4-BE49-F238E27FC236}">
                    <a16:creationId xmlns:a16="http://schemas.microsoft.com/office/drawing/2014/main" id="{9E12F9CF-21DB-3349-B2C0-3044A3D51B5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52" y="2011"/>
                <a:ext cx="215" cy="2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282" name="Group 29">
              <a:extLst>
                <a:ext uri="{FF2B5EF4-FFF2-40B4-BE49-F238E27FC236}">
                  <a16:creationId xmlns:a16="http://schemas.microsoft.com/office/drawing/2014/main" id="{21FBA163-2A78-6543-B0CC-7CA119F1B6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5" y="2028"/>
              <a:ext cx="316" cy="267"/>
              <a:chOff x="1613" y="2011"/>
              <a:chExt cx="316" cy="267"/>
            </a:xfrm>
          </p:grpSpPr>
          <p:sp>
            <p:nvSpPr>
              <p:cNvPr id="318" name="Oval 30">
                <a:extLst>
                  <a:ext uri="{FF2B5EF4-FFF2-40B4-BE49-F238E27FC236}">
                    <a16:creationId xmlns:a16="http://schemas.microsoft.com/office/drawing/2014/main" id="{29825365-4AD8-5E4B-8933-DB1422AAA0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8"/>
                <a:ext cx="313" cy="82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9" name="Line 31">
                <a:extLst>
                  <a:ext uri="{FF2B5EF4-FFF2-40B4-BE49-F238E27FC236}">
                    <a16:creationId xmlns:a16="http://schemas.microsoft.com/office/drawing/2014/main" id="{F38B670B-8807-404D-9154-5457C97022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6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0" name="Line 32">
                <a:extLst>
                  <a:ext uri="{FF2B5EF4-FFF2-40B4-BE49-F238E27FC236}">
                    <a16:creationId xmlns:a16="http://schemas.microsoft.com/office/drawing/2014/main" id="{00108054-5F4F-9447-84AE-A11B0755C1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1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1" name="Rectangle 33">
                <a:extLst>
                  <a:ext uri="{FF2B5EF4-FFF2-40B4-BE49-F238E27FC236}">
                    <a16:creationId xmlns:a16="http://schemas.microsoft.com/office/drawing/2014/main" id="{D048D158-7C67-CC4B-A11E-67C17E0A24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2" name="Oval 34">
                <a:extLst>
                  <a:ext uri="{FF2B5EF4-FFF2-40B4-BE49-F238E27FC236}">
                    <a16:creationId xmlns:a16="http://schemas.microsoft.com/office/drawing/2014/main" id="{138D5ABE-A76B-984C-BC94-76AC43F40B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3" y="2072"/>
                <a:ext cx="313" cy="97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3" name="Rectangle 35">
                <a:extLst>
                  <a:ext uri="{FF2B5EF4-FFF2-40B4-BE49-F238E27FC236}">
                    <a16:creationId xmlns:a16="http://schemas.microsoft.com/office/drawing/2014/main" id="{A4BA8382-8E98-814C-B112-88E0250B6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7" y="2102"/>
                <a:ext cx="141" cy="103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4" name="Text Box 36">
                <a:extLst>
                  <a:ext uri="{FF2B5EF4-FFF2-40B4-BE49-F238E27FC236}">
                    <a16:creationId xmlns:a16="http://schemas.microsoft.com/office/drawing/2014/main" id="{C430FDFB-B840-284A-B1DA-B79B437689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8" y="2011"/>
                <a:ext cx="226" cy="2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283" name="Line 37">
              <a:extLst>
                <a:ext uri="{FF2B5EF4-FFF2-40B4-BE49-F238E27FC236}">
                  <a16:creationId xmlns:a16="http://schemas.microsoft.com/office/drawing/2014/main" id="{808D4F56-0160-9841-BF84-39B90D2E1D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8" y="2156"/>
              <a:ext cx="63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4" name="Line 38">
              <a:extLst>
                <a:ext uri="{FF2B5EF4-FFF2-40B4-BE49-F238E27FC236}">
                  <a16:creationId xmlns:a16="http://schemas.microsoft.com/office/drawing/2014/main" id="{7AFA0E43-6979-C944-8C7A-BFE8A232B3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1082"/>
              <a:ext cx="0" cy="9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5" name="Line 39">
              <a:extLst>
                <a:ext uri="{FF2B5EF4-FFF2-40B4-BE49-F238E27FC236}">
                  <a16:creationId xmlns:a16="http://schemas.microsoft.com/office/drawing/2014/main" id="{8B831959-D369-6E45-8A3C-8760AE9252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4" y="1021"/>
              <a:ext cx="674" cy="10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6" name="Text Box 40">
              <a:extLst>
                <a:ext uri="{FF2B5EF4-FFF2-40B4-BE49-F238E27FC236}">
                  <a16:creationId xmlns:a16="http://schemas.microsoft.com/office/drawing/2014/main" id="{4F3E9232-C703-104F-A4AB-12CF1F9813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2" y="1368"/>
              <a:ext cx="215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7" name="Line 41">
              <a:extLst>
                <a:ext uri="{FF2B5EF4-FFF2-40B4-BE49-F238E27FC236}">
                  <a16:creationId xmlns:a16="http://schemas.microsoft.com/office/drawing/2014/main" id="{5BC1DD56-6FD0-6A4A-8705-9C46BE3DC5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7" y="2206"/>
              <a:ext cx="9" cy="71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8" name="Text Box 42">
              <a:extLst>
                <a:ext uri="{FF2B5EF4-FFF2-40B4-BE49-F238E27FC236}">
                  <a16:creationId xmlns:a16="http://schemas.microsoft.com/office/drawing/2014/main" id="{8B65710B-4630-3345-85EB-E3A08BF77D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54" y="2407"/>
              <a:ext cx="215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9" name="Freeform 43">
              <a:extLst>
                <a:ext uri="{FF2B5EF4-FFF2-40B4-BE49-F238E27FC236}">
                  <a16:creationId xmlns:a16="http://schemas.microsoft.com/office/drawing/2014/main" id="{1DA37895-BEA5-2F44-B0FB-06B2F676B16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" y="2227"/>
              <a:ext cx="860" cy="799"/>
            </a:xfrm>
            <a:custGeom>
              <a:avLst/>
              <a:gdLst>
                <a:gd name="T0" fmla="*/ 0 w 857"/>
                <a:gd name="T1" fmla="*/ 0 h 1152"/>
                <a:gd name="T2" fmla="*/ 562 w 857"/>
                <a:gd name="T3" fmla="*/ 1152 h 1152"/>
                <a:gd name="T4" fmla="*/ 857 w 857"/>
                <a:gd name="T5" fmla="*/ 772 h 1152"/>
                <a:gd name="T6" fmla="*/ 0 60000 65536"/>
                <a:gd name="T7" fmla="*/ 0 60000 65536"/>
                <a:gd name="T8" fmla="*/ 0 60000 65536"/>
                <a:gd name="T9" fmla="*/ 0 w 857"/>
                <a:gd name="T10" fmla="*/ 0 h 1152"/>
                <a:gd name="T11" fmla="*/ 857 w 857"/>
                <a:gd name="T12" fmla="*/ 1152 h 1152"/>
                <a:gd name="connsiteX0" fmla="*/ 0 w 10000"/>
                <a:gd name="connsiteY0" fmla="*/ 0 h 6928"/>
                <a:gd name="connsiteX1" fmla="*/ 3770 w 10000"/>
                <a:gd name="connsiteY1" fmla="*/ 6300 h 6928"/>
                <a:gd name="connsiteX2" fmla="*/ 10000 w 10000"/>
                <a:gd name="connsiteY2" fmla="*/ 6701 h 6928"/>
                <a:gd name="connsiteX0" fmla="*/ 0 w 10000"/>
                <a:gd name="connsiteY0" fmla="*/ 0 h 9871"/>
                <a:gd name="connsiteX1" fmla="*/ 1802 w 10000"/>
                <a:gd name="connsiteY1" fmla="*/ 7634 h 9871"/>
                <a:gd name="connsiteX2" fmla="*/ 10000 w 10000"/>
                <a:gd name="connsiteY2" fmla="*/ 9672 h 9871"/>
                <a:gd name="connsiteX0" fmla="*/ 0 w 10000"/>
                <a:gd name="connsiteY0" fmla="*/ 0 h 10136"/>
                <a:gd name="connsiteX1" fmla="*/ 1802 w 10000"/>
                <a:gd name="connsiteY1" fmla="*/ 7734 h 10136"/>
                <a:gd name="connsiteX2" fmla="*/ 10000 w 10000"/>
                <a:gd name="connsiteY2" fmla="*/ 9798 h 10136"/>
                <a:gd name="connsiteX0" fmla="*/ 0 w 10000"/>
                <a:gd name="connsiteY0" fmla="*/ 0 h 10136"/>
                <a:gd name="connsiteX1" fmla="*/ 1802 w 10000"/>
                <a:gd name="connsiteY1" fmla="*/ 7734 h 10136"/>
                <a:gd name="connsiteX2" fmla="*/ 10000 w 10000"/>
                <a:gd name="connsiteY2" fmla="*/ 9798 h 10136"/>
                <a:gd name="connsiteX0" fmla="*/ 32 w 10032"/>
                <a:gd name="connsiteY0" fmla="*/ 0 h 10136"/>
                <a:gd name="connsiteX1" fmla="*/ 1834 w 10032"/>
                <a:gd name="connsiteY1" fmla="*/ 7734 h 10136"/>
                <a:gd name="connsiteX2" fmla="*/ 10032 w 10032"/>
                <a:gd name="connsiteY2" fmla="*/ 9798 h 10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32" h="10136">
                  <a:moveTo>
                    <a:pt x="32" y="0"/>
                  </a:moveTo>
                  <a:cubicBezTo>
                    <a:pt x="62" y="4573"/>
                    <a:pt x="-465" y="5047"/>
                    <a:pt x="1834" y="7734"/>
                  </a:cubicBezTo>
                  <a:cubicBezTo>
                    <a:pt x="4132" y="9414"/>
                    <a:pt x="9320" y="10802"/>
                    <a:pt x="10032" y="9798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0" name="Text Box 44">
              <a:extLst>
                <a:ext uri="{FF2B5EF4-FFF2-40B4-BE49-F238E27FC236}">
                  <a16:creationId xmlns:a16="http://schemas.microsoft.com/office/drawing/2014/main" id="{14130176-E966-1940-B020-47161106B1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2582"/>
              <a:ext cx="21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7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1" name="Line 45">
              <a:extLst>
                <a:ext uri="{FF2B5EF4-FFF2-40B4-BE49-F238E27FC236}">
                  <a16:creationId xmlns:a16="http://schemas.microsoft.com/office/drawing/2014/main" id="{5FA533BD-9B17-724F-B020-409CFC3CE3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50" y="2158"/>
              <a:ext cx="998" cy="8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2" name="Text Box 46">
              <a:extLst>
                <a:ext uri="{FF2B5EF4-FFF2-40B4-BE49-F238E27FC236}">
                  <a16:creationId xmlns:a16="http://schemas.microsoft.com/office/drawing/2014/main" id="{4B9E6712-F2E9-6348-B7CF-9CEC9EE3D6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6" y="2569"/>
              <a:ext cx="21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3" name="Freeform 47">
              <a:extLst>
                <a:ext uri="{FF2B5EF4-FFF2-40B4-BE49-F238E27FC236}">
                  <a16:creationId xmlns:a16="http://schemas.microsoft.com/office/drawing/2014/main" id="{61A0A93C-B128-F646-84CC-2F72C42DF7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7" y="1946"/>
              <a:ext cx="991" cy="484"/>
            </a:xfrm>
            <a:custGeom>
              <a:avLst/>
              <a:gdLst>
                <a:gd name="T0" fmla="*/ 0 w 991"/>
                <a:gd name="T1" fmla="*/ 168 h 484"/>
                <a:gd name="T2" fmla="*/ 204 w 991"/>
                <a:gd name="T3" fmla="*/ 484 h 484"/>
                <a:gd name="T4" fmla="*/ 302 w 991"/>
                <a:gd name="T5" fmla="*/ 7 h 484"/>
                <a:gd name="T6" fmla="*/ 379 w 991"/>
                <a:gd name="T7" fmla="*/ 442 h 484"/>
                <a:gd name="T8" fmla="*/ 534 w 991"/>
                <a:gd name="T9" fmla="*/ 21 h 484"/>
                <a:gd name="T10" fmla="*/ 611 w 991"/>
                <a:gd name="T11" fmla="*/ 351 h 484"/>
                <a:gd name="T12" fmla="*/ 660 w 991"/>
                <a:gd name="T13" fmla="*/ 77 h 484"/>
                <a:gd name="T14" fmla="*/ 991 w 991"/>
                <a:gd name="T15" fmla="*/ 218 h 48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991"/>
                <a:gd name="T25" fmla="*/ 0 h 484"/>
                <a:gd name="T26" fmla="*/ 991 w 991"/>
                <a:gd name="T27" fmla="*/ 484 h 48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991" h="484">
                  <a:moveTo>
                    <a:pt x="0" y="168"/>
                  </a:moveTo>
                  <a:cubicBezTo>
                    <a:pt x="0" y="168"/>
                    <a:pt x="145" y="484"/>
                    <a:pt x="204" y="484"/>
                  </a:cubicBezTo>
                  <a:cubicBezTo>
                    <a:pt x="263" y="484"/>
                    <a:pt x="253" y="6"/>
                    <a:pt x="302" y="7"/>
                  </a:cubicBezTo>
                  <a:cubicBezTo>
                    <a:pt x="331" y="0"/>
                    <a:pt x="313" y="444"/>
                    <a:pt x="379" y="442"/>
                  </a:cubicBezTo>
                  <a:cubicBezTo>
                    <a:pt x="418" y="444"/>
                    <a:pt x="475" y="24"/>
                    <a:pt x="534" y="21"/>
                  </a:cubicBezTo>
                  <a:cubicBezTo>
                    <a:pt x="573" y="6"/>
                    <a:pt x="575" y="360"/>
                    <a:pt x="611" y="351"/>
                  </a:cubicBezTo>
                  <a:cubicBezTo>
                    <a:pt x="647" y="342"/>
                    <a:pt x="577" y="80"/>
                    <a:pt x="660" y="77"/>
                  </a:cubicBezTo>
                  <a:cubicBezTo>
                    <a:pt x="743" y="74"/>
                    <a:pt x="922" y="189"/>
                    <a:pt x="991" y="218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294" name="Group 48">
              <a:extLst>
                <a:ext uri="{FF2B5EF4-FFF2-40B4-BE49-F238E27FC236}">
                  <a16:creationId xmlns:a16="http://schemas.microsoft.com/office/drawing/2014/main" id="{B7C23859-55BB-9B44-ADBB-F78119E7BD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32" y="2021"/>
              <a:ext cx="316" cy="266"/>
              <a:chOff x="1613" y="2011"/>
              <a:chExt cx="316" cy="266"/>
            </a:xfrm>
          </p:grpSpPr>
          <p:sp>
            <p:nvSpPr>
              <p:cNvPr id="311" name="Oval 49">
                <a:extLst>
                  <a:ext uri="{FF2B5EF4-FFF2-40B4-BE49-F238E27FC236}">
                    <a16:creationId xmlns:a16="http://schemas.microsoft.com/office/drawing/2014/main" id="{949CF37C-265E-D64E-B325-9AB7E8C274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6"/>
                <a:ext cx="313" cy="82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2" name="Line 50">
                <a:extLst>
                  <a:ext uri="{FF2B5EF4-FFF2-40B4-BE49-F238E27FC236}">
                    <a16:creationId xmlns:a16="http://schemas.microsoft.com/office/drawing/2014/main" id="{97FEF3EE-7C25-6444-B8E7-03C400A28A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6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3" name="Line 51">
                <a:extLst>
                  <a:ext uri="{FF2B5EF4-FFF2-40B4-BE49-F238E27FC236}">
                    <a16:creationId xmlns:a16="http://schemas.microsoft.com/office/drawing/2014/main" id="{FE3C484F-0565-0E43-B670-DA87C89A2B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9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4" name="Rectangle 52">
                <a:extLst>
                  <a:ext uri="{FF2B5EF4-FFF2-40B4-BE49-F238E27FC236}">
                    <a16:creationId xmlns:a16="http://schemas.microsoft.com/office/drawing/2014/main" id="{03D9537A-3264-0D40-B097-904F196709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5" name="Oval 53">
                <a:extLst>
                  <a:ext uri="{FF2B5EF4-FFF2-40B4-BE49-F238E27FC236}">
                    <a16:creationId xmlns:a16="http://schemas.microsoft.com/office/drawing/2014/main" id="{39EFFB9B-60D2-6F4A-AE7C-381CD9E03B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3" y="2070"/>
                <a:ext cx="313" cy="97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6" name="Rectangle 54">
                <a:extLst>
                  <a:ext uri="{FF2B5EF4-FFF2-40B4-BE49-F238E27FC236}">
                    <a16:creationId xmlns:a16="http://schemas.microsoft.com/office/drawing/2014/main" id="{56D1F98E-84A8-024C-B33E-AF0196C292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7" y="2100"/>
                <a:ext cx="141" cy="103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7" name="Text Box 55">
                <a:extLst>
                  <a:ext uri="{FF2B5EF4-FFF2-40B4-BE49-F238E27FC236}">
                    <a16:creationId xmlns:a16="http://schemas.microsoft.com/office/drawing/2014/main" id="{FF2D3BFC-D492-494B-B3FC-F2B37848F7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52" y="2011"/>
                <a:ext cx="215" cy="2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295" name="Text Box 56">
              <a:extLst>
                <a:ext uri="{FF2B5EF4-FFF2-40B4-BE49-F238E27FC236}">
                  <a16:creationId xmlns:a16="http://schemas.microsoft.com/office/drawing/2014/main" id="{B415EC29-BD23-5146-8BE4-412D2D3F38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4" y="1721"/>
              <a:ext cx="21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8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296" name="Group 57">
              <a:extLst>
                <a:ext uri="{FF2B5EF4-FFF2-40B4-BE49-F238E27FC236}">
                  <a16:creationId xmlns:a16="http://schemas.microsoft.com/office/drawing/2014/main" id="{C4202DE4-8110-9149-847A-09872B32E9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09" y="2002"/>
              <a:ext cx="316" cy="266"/>
              <a:chOff x="1613" y="2011"/>
              <a:chExt cx="316" cy="266"/>
            </a:xfrm>
          </p:grpSpPr>
          <p:sp>
            <p:nvSpPr>
              <p:cNvPr id="304" name="Oval 58">
                <a:extLst>
                  <a:ext uri="{FF2B5EF4-FFF2-40B4-BE49-F238E27FC236}">
                    <a16:creationId xmlns:a16="http://schemas.microsoft.com/office/drawing/2014/main" id="{9EF75287-5339-3F4B-9A63-10529CE67B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5" name="Line 59">
                <a:extLst>
                  <a:ext uri="{FF2B5EF4-FFF2-40B4-BE49-F238E27FC236}">
                    <a16:creationId xmlns:a16="http://schemas.microsoft.com/office/drawing/2014/main" id="{2AB637C9-6517-4947-A07D-D630784FBA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6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6" name="Line 60">
                <a:extLst>
                  <a:ext uri="{FF2B5EF4-FFF2-40B4-BE49-F238E27FC236}">
                    <a16:creationId xmlns:a16="http://schemas.microsoft.com/office/drawing/2014/main" id="{2495A212-75B8-3943-99C1-206BECF8DE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9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7" name="Rectangle 61">
                <a:extLst>
                  <a:ext uri="{FF2B5EF4-FFF2-40B4-BE49-F238E27FC236}">
                    <a16:creationId xmlns:a16="http://schemas.microsoft.com/office/drawing/2014/main" id="{8AA8B627-1CEC-4142-A0A3-32829E047E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8" name="Oval 62">
                <a:extLst>
                  <a:ext uri="{FF2B5EF4-FFF2-40B4-BE49-F238E27FC236}">
                    <a16:creationId xmlns:a16="http://schemas.microsoft.com/office/drawing/2014/main" id="{F2AD727A-865F-A446-B467-3543A7C5AD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1" y="2072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9" name="Rectangle 63">
                <a:extLst>
                  <a:ext uri="{FF2B5EF4-FFF2-40B4-BE49-F238E27FC236}">
                    <a16:creationId xmlns:a16="http://schemas.microsoft.com/office/drawing/2014/main" id="{694BCF0D-8965-434E-92FD-E4E57EB0AB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7" y="2100"/>
                <a:ext cx="141" cy="105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0" name="Text Box 64">
                <a:extLst>
                  <a:ext uri="{FF2B5EF4-FFF2-40B4-BE49-F238E27FC236}">
                    <a16:creationId xmlns:a16="http://schemas.microsoft.com/office/drawing/2014/main" id="{0A90B092-1D02-6E42-B19F-DD4E347FBB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53" y="2011"/>
                <a:ext cx="215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297" name="Line 65">
              <a:extLst>
                <a:ext uri="{FF2B5EF4-FFF2-40B4-BE49-F238E27FC236}">
                  <a16:creationId xmlns:a16="http://schemas.microsoft.com/office/drawing/2014/main" id="{65E888B4-5F50-3146-B1A9-976CBB4189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2149"/>
              <a:ext cx="35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8" name="Text Box 66">
              <a:extLst>
                <a:ext uri="{FF2B5EF4-FFF2-40B4-BE49-F238E27FC236}">
                  <a16:creationId xmlns:a16="http://schemas.microsoft.com/office/drawing/2014/main" id="{F6469025-7017-984A-AA1F-2D5626DC3C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6" y="2149"/>
              <a:ext cx="215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9" name="Line 67">
              <a:extLst>
                <a:ext uri="{FF2B5EF4-FFF2-40B4-BE49-F238E27FC236}">
                  <a16:creationId xmlns:a16="http://schemas.microsoft.com/office/drawing/2014/main" id="{9DCC2A67-B231-F242-991B-5F4693B170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3" y="990"/>
              <a:ext cx="965" cy="11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00" name="Text Box 68">
              <a:extLst>
                <a:ext uri="{FF2B5EF4-FFF2-40B4-BE49-F238E27FC236}">
                  <a16:creationId xmlns:a16="http://schemas.microsoft.com/office/drawing/2014/main" id="{8129B7AB-5637-0844-AC15-1A3C9C2955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9" y="1343"/>
              <a:ext cx="21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7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01" name="Freeform 69">
              <a:extLst>
                <a:ext uri="{FF2B5EF4-FFF2-40B4-BE49-F238E27FC236}">
                  <a16:creationId xmlns:a16="http://schemas.microsoft.com/office/drawing/2014/main" id="{29AAE3EF-0505-6F46-BD2A-6D69115981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9" y="976"/>
              <a:ext cx="28" cy="14"/>
            </a:xfrm>
            <a:custGeom>
              <a:avLst/>
              <a:gdLst>
                <a:gd name="T0" fmla="*/ 0 w 28"/>
                <a:gd name="T1" fmla="*/ 14 h 14"/>
                <a:gd name="T2" fmla="*/ 28 w 28"/>
                <a:gd name="T3" fmla="*/ 0 h 14"/>
                <a:gd name="T4" fmla="*/ 0 w 28"/>
                <a:gd name="T5" fmla="*/ 14 h 14"/>
                <a:gd name="T6" fmla="*/ 0 60000 65536"/>
                <a:gd name="T7" fmla="*/ 0 60000 65536"/>
                <a:gd name="T8" fmla="*/ 0 60000 65536"/>
                <a:gd name="T9" fmla="*/ 0 w 28"/>
                <a:gd name="T10" fmla="*/ 0 h 14"/>
                <a:gd name="T11" fmla="*/ 28 w 28"/>
                <a:gd name="T12" fmla="*/ 14 h 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" h="14">
                  <a:moveTo>
                    <a:pt x="0" y="14"/>
                  </a:moveTo>
                  <a:cubicBezTo>
                    <a:pt x="9" y="9"/>
                    <a:pt x="28" y="0"/>
                    <a:pt x="28" y="0"/>
                  </a:cubicBezTo>
                  <a:cubicBezTo>
                    <a:pt x="28" y="0"/>
                    <a:pt x="9" y="9"/>
                    <a:pt x="0" y="14"/>
                  </a:cubicBezTo>
                  <a:close/>
                </a:path>
              </a:pathLst>
            </a:custGeom>
            <a:solidFill>
              <a:srgbClr val="00CC99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02" name="Freeform 70">
              <a:extLst>
                <a:ext uri="{FF2B5EF4-FFF2-40B4-BE49-F238E27FC236}">
                  <a16:creationId xmlns:a16="http://schemas.microsoft.com/office/drawing/2014/main" id="{8B2F3D65-7E00-5D45-B201-518DAF5520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3" y="999"/>
              <a:ext cx="1510" cy="1052"/>
            </a:xfrm>
            <a:custGeom>
              <a:avLst/>
              <a:gdLst>
                <a:gd name="T0" fmla="*/ 0 w 1510"/>
                <a:gd name="T1" fmla="*/ 5 h 1052"/>
                <a:gd name="T2" fmla="*/ 1102 w 1510"/>
                <a:gd name="T3" fmla="*/ 174 h 1052"/>
                <a:gd name="T4" fmla="*/ 1510 w 1510"/>
                <a:gd name="T5" fmla="*/ 1052 h 1052"/>
                <a:gd name="T6" fmla="*/ 0 60000 65536"/>
                <a:gd name="T7" fmla="*/ 0 60000 65536"/>
                <a:gd name="T8" fmla="*/ 0 60000 65536"/>
                <a:gd name="T9" fmla="*/ 0 w 1510"/>
                <a:gd name="T10" fmla="*/ 0 h 1052"/>
                <a:gd name="T11" fmla="*/ 1510 w 1510"/>
                <a:gd name="T12" fmla="*/ 1052 h 10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10" h="1052">
                  <a:moveTo>
                    <a:pt x="0" y="5"/>
                  </a:moveTo>
                  <a:cubicBezTo>
                    <a:pt x="184" y="33"/>
                    <a:pt x="851" y="0"/>
                    <a:pt x="1102" y="174"/>
                  </a:cubicBezTo>
                  <a:cubicBezTo>
                    <a:pt x="1353" y="348"/>
                    <a:pt x="1425" y="869"/>
                    <a:pt x="1510" y="1052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03" name="Text Box 71">
              <a:extLst>
                <a:ext uri="{FF2B5EF4-FFF2-40B4-BE49-F238E27FC236}">
                  <a16:creationId xmlns:a16="http://schemas.microsoft.com/office/drawing/2014/main" id="{E68507B9-D09E-784A-9037-01E28A3376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0" y="1008"/>
              <a:ext cx="215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9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346" name="Text Box 73">
            <a:extLst>
              <a:ext uri="{FF2B5EF4-FFF2-40B4-BE49-F238E27FC236}">
                <a16:creationId xmlns:a16="http://schemas.microsoft.com/office/drawing/2014/main" id="{A7B8CE6F-D2D0-C64A-985C-14A532171B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232" y="1792545"/>
            <a:ext cx="81791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Step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47" name="Text Box 74">
            <a:extLst>
              <a:ext uri="{FF2B5EF4-FFF2-40B4-BE49-F238E27FC236}">
                <a16:creationId xmlns:a16="http://schemas.microsoft.com/office/drawing/2014/main" id="{68BAE725-C9B0-4841-BC00-DFE4ABCC81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1579" y="1793419"/>
            <a:ext cx="46679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</a:t>
            </a:r>
            <a:r>
              <a:rPr kumimoji="0" lang="en-US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'</a:t>
            </a:r>
          </a:p>
        </p:txBody>
      </p:sp>
      <p:sp>
        <p:nvSpPr>
          <p:cNvPr id="348" name="Text Box 75">
            <a:extLst>
              <a:ext uri="{FF2B5EF4-FFF2-40B4-BE49-F238E27FC236}">
                <a16:creationId xmlns:a16="http://schemas.microsoft.com/office/drawing/2014/main" id="{852A35C1-53FD-CB4F-B4CA-0E3908EA55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3738" y="1644712"/>
            <a:ext cx="64152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D(</a:t>
            </a:r>
            <a:r>
              <a:rPr kumimoji="0" lang="en-US" sz="160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</a:p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p(v)</a:t>
            </a:r>
          </a:p>
        </p:txBody>
      </p:sp>
      <p:sp>
        <p:nvSpPr>
          <p:cNvPr id="349" name="Text Box 76">
            <a:extLst>
              <a:ext uri="{FF2B5EF4-FFF2-40B4-BE49-F238E27FC236}">
                <a16:creationId xmlns:a16="http://schemas.microsoft.com/office/drawing/2014/main" id="{BBDC5F24-2BBB-0D44-B8B8-9CFC425F44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268" y="2280100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0</a:t>
            </a:r>
          </a:p>
        </p:txBody>
      </p:sp>
      <p:sp>
        <p:nvSpPr>
          <p:cNvPr id="350" name="Text Box 77">
            <a:extLst>
              <a:ext uri="{FF2B5EF4-FFF2-40B4-BE49-F238E27FC236}">
                <a16:creationId xmlns:a16="http://schemas.microsoft.com/office/drawing/2014/main" id="{1F8B1E53-4D00-F94A-8B2B-876B773605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326" y="2715388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</a:p>
        </p:txBody>
      </p:sp>
      <p:sp>
        <p:nvSpPr>
          <p:cNvPr id="351" name="Text Box 78">
            <a:extLst>
              <a:ext uri="{FF2B5EF4-FFF2-40B4-BE49-F238E27FC236}">
                <a16:creationId xmlns:a16="http://schemas.microsoft.com/office/drawing/2014/main" id="{E227DF10-F3CE-8B4B-80AA-C13257890D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972" y="3193935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</a:p>
        </p:txBody>
      </p:sp>
      <p:sp>
        <p:nvSpPr>
          <p:cNvPr id="352" name="Text Box 79">
            <a:extLst>
              <a:ext uri="{FF2B5EF4-FFF2-40B4-BE49-F238E27FC236}">
                <a16:creationId xmlns:a16="http://schemas.microsoft.com/office/drawing/2014/main" id="{58F5B987-DA0B-DE4E-A3DB-E7A0F640D4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563" y="3622020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</a:t>
            </a:r>
          </a:p>
        </p:txBody>
      </p:sp>
      <p:sp>
        <p:nvSpPr>
          <p:cNvPr id="353" name="Text Box 80">
            <a:extLst>
              <a:ext uri="{FF2B5EF4-FFF2-40B4-BE49-F238E27FC236}">
                <a16:creationId xmlns:a16="http://schemas.microsoft.com/office/drawing/2014/main" id="{E271C2C0-9C9D-0843-979B-F9ADBEE6B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130" y="4110058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</a:t>
            </a:r>
          </a:p>
        </p:txBody>
      </p:sp>
      <p:sp>
        <p:nvSpPr>
          <p:cNvPr id="354" name="Text Box 81">
            <a:extLst>
              <a:ext uri="{FF2B5EF4-FFF2-40B4-BE49-F238E27FC236}">
                <a16:creationId xmlns:a16="http://schemas.microsoft.com/office/drawing/2014/main" id="{448385CC-395B-0249-94AC-C347F1C7C4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856" y="4551045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</a:t>
            </a:r>
          </a:p>
        </p:txBody>
      </p:sp>
      <p:sp>
        <p:nvSpPr>
          <p:cNvPr id="355" name="Text Box 82">
            <a:extLst>
              <a:ext uri="{FF2B5EF4-FFF2-40B4-BE49-F238E27FC236}">
                <a16:creationId xmlns:a16="http://schemas.microsoft.com/office/drawing/2014/main" id="{CB1E6E3C-1D2C-0440-BB3B-C048D495B6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7477" y="1647177"/>
            <a:ext cx="68801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D(</a:t>
            </a:r>
            <a:r>
              <a:rPr kumimoji="0" lang="en-US" sz="160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</a:p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p(w)</a:t>
            </a:r>
          </a:p>
        </p:txBody>
      </p:sp>
      <p:sp>
        <p:nvSpPr>
          <p:cNvPr id="356" name="Text Box 83">
            <a:extLst>
              <a:ext uri="{FF2B5EF4-FFF2-40B4-BE49-F238E27FC236}">
                <a16:creationId xmlns:a16="http://schemas.microsoft.com/office/drawing/2014/main" id="{3D04A92E-6A73-6E4A-8741-77860D6272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8638" y="1647176"/>
            <a:ext cx="64152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D(</a:t>
            </a:r>
            <a:r>
              <a:rPr kumimoji="0" lang="en-US" sz="160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</a:p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p(x)</a:t>
            </a:r>
          </a:p>
        </p:txBody>
      </p:sp>
      <p:sp>
        <p:nvSpPr>
          <p:cNvPr id="357" name="Text Box 84">
            <a:extLst>
              <a:ext uri="{FF2B5EF4-FFF2-40B4-BE49-F238E27FC236}">
                <a16:creationId xmlns:a16="http://schemas.microsoft.com/office/drawing/2014/main" id="{2192712D-9E59-B944-BD03-C11BC42337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4206" y="1652652"/>
            <a:ext cx="64152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D(</a:t>
            </a:r>
            <a:r>
              <a:rPr kumimoji="0" lang="en-US" sz="160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</a:p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p(y)</a:t>
            </a:r>
          </a:p>
        </p:txBody>
      </p:sp>
      <p:sp>
        <p:nvSpPr>
          <p:cNvPr id="358" name="Text Box 85">
            <a:extLst>
              <a:ext uri="{FF2B5EF4-FFF2-40B4-BE49-F238E27FC236}">
                <a16:creationId xmlns:a16="http://schemas.microsoft.com/office/drawing/2014/main" id="{9759BEB2-4722-4F4D-9B33-21A7ED7DEE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1830" y="1651940"/>
            <a:ext cx="63030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D(</a:t>
            </a:r>
            <a:r>
              <a:rPr kumimoji="0" lang="en-US" sz="160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</a:p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p(z)</a:t>
            </a:r>
          </a:p>
        </p:txBody>
      </p:sp>
      <p:sp>
        <p:nvSpPr>
          <p:cNvPr id="360" name="Line 87">
            <a:extLst>
              <a:ext uri="{FF2B5EF4-FFF2-40B4-BE49-F238E27FC236}">
                <a16:creationId xmlns:a16="http://schemas.microsoft.com/office/drawing/2014/main" id="{8A5F9E13-788E-9143-9F2C-DF086CF7066C}"/>
              </a:ext>
            </a:extLst>
          </p:cNvPr>
          <p:cNvSpPr>
            <a:spLocks noChangeShapeType="1"/>
          </p:cNvSpPr>
          <p:nvPr/>
        </p:nvSpPr>
        <p:spPr bwMode="auto">
          <a:xfrm>
            <a:off x="939397" y="2690590"/>
            <a:ext cx="5150117" cy="0"/>
          </a:xfrm>
          <a:prstGeom prst="line">
            <a:avLst/>
          </a:prstGeom>
          <a:noFill/>
          <a:ln w="12700">
            <a:solidFill>
              <a:schemeClr val="bg1">
                <a:lumMod val="65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61" name="Text Box 88">
            <a:extLst>
              <a:ext uri="{FF2B5EF4-FFF2-40B4-BE49-F238E27FC236}">
                <a16:creationId xmlns:a16="http://schemas.microsoft.com/office/drawing/2014/main" id="{B5D75FC0-2828-1E41-B4E4-7454030F9F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6343" y="2270575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</a:t>
            </a:r>
          </a:p>
        </p:txBody>
      </p:sp>
      <p:sp>
        <p:nvSpPr>
          <p:cNvPr id="362" name="Line 89">
            <a:extLst>
              <a:ext uri="{FF2B5EF4-FFF2-40B4-BE49-F238E27FC236}">
                <a16:creationId xmlns:a16="http://schemas.microsoft.com/office/drawing/2014/main" id="{8BD77020-FC12-9249-83A7-84423976E659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302" y="3151241"/>
            <a:ext cx="5224698" cy="0"/>
          </a:xfrm>
          <a:prstGeom prst="line">
            <a:avLst/>
          </a:prstGeom>
          <a:noFill/>
          <a:ln w="12700">
            <a:solidFill>
              <a:schemeClr val="bg1">
                <a:lumMod val="65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63" name="Line 90">
            <a:extLst>
              <a:ext uri="{FF2B5EF4-FFF2-40B4-BE49-F238E27FC236}">
                <a16:creationId xmlns:a16="http://schemas.microsoft.com/office/drawing/2014/main" id="{9B928B6B-4609-A44E-A6B9-1009B9CF89E0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302" y="3618848"/>
            <a:ext cx="5224698" cy="0"/>
          </a:xfrm>
          <a:prstGeom prst="line">
            <a:avLst/>
          </a:prstGeom>
          <a:noFill/>
          <a:ln w="12700">
            <a:solidFill>
              <a:schemeClr val="bg1">
                <a:lumMod val="65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64" name="Line 91">
            <a:extLst>
              <a:ext uri="{FF2B5EF4-FFF2-40B4-BE49-F238E27FC236}">
                <a16:creationId xmlns:a16="http://schemas.microsoft.com/office/drawing/2014/main" id="{C76CD917-F8A2-084E-A595-FE42589B9BF9}"/>
              </a:ext>
            </a:extLst>
          </p:cNvPr>
          <p:cNvSpPr>
            <a:spLocks noChangeShapeType="1"/>
          </p:cNvSpPr>
          <p:nvPr/>
        </p:nvSpPr>
        <p:spPr bwMode="auto">
          <a:xfrm>
            <a:off x="818428" y="4551040"/>
            <a:ext cx="5277571" cy="0"/>
          </a:xfrm>
          <a:prstGeom prst="line">
            <a:avLst/>
          </a:prstGeom>
          <a:noFill/>
          <a:ln w="12700">
            <a:solidFill>
              <a:schemeClr val="bg1">
                <a:lumMod val="65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65" name="Line 92">
            <a:extLst>
              <a:ext uri="{FF2B5EF4-FFF2-40B4-BE49-F238E27FC236}">
                <a16:creationId xmlns:a16="http://schemas.microsoft.com/office/drawing/2014/main" id="{676FEE77-1F18-B34E-9F67-2476A2B29244}"/>
              </a:ext>
            </a:extLst>
          </p:cNvPr>
          <p:cNvSpPr>
            <a:spLocks noChangeShapeType="1"/>
          </p:cNvSpPr>
          <p:nvPr/>
        </p:nvSpPr>
        <p:spPr bwMode="auto">
          <a:xfrm>
            <a:off x="866540" y="4075166"/>
            <a:ext cx="5229460" cy="0"/>
          </a:xfrm>
          <a:prstGeom prst="line">
            <a:avLst/>
          </a:prstGeom>
          <a:noFill/>
          <a:ln w="12700">
            <a:solidFill>
              <a:schemeClr val="bg1">
                <a:lumMod val="65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66" name="Line 93">
            <a:extLst>
              <a:ext uri="{FF2B5EF4-FFF2-40B4-BE49-F238E27FC236}">
                <a16:creationId xmlns:a16="http://schemas.microsoft.com/office/drawing/2014/main" id="{3EEF148F-9B80-C748-A557-23B2FBFF01AE}"/>
              </a:ext>
            </a:extLst>
          </p:cNvPr>
          <p:cNvSpPr>
            <a:spLocks noChangeShapeType="1"/>
          </p:cNvSpPr>
          <p:nvPr/>
        </p:nvSpPr>
        <p:spPr bwMode="auto">
          <a:xfrm>
            <a:off x="866016" y="5009992"/>
            <a:ext cx="5229984" cy="0"/>
          </a:xfrm>
          <a:prstGeom prst="line">
            <a:avLst/>
          </a:prstGeom>
          <a:noFill/>
          <a:ln w="12700">
            <a:solidFill>
              <a:schemeClr val="bg1">
                <a:lumMod val="65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367" name="Group 94">
            <a:extLst>
              <a:ext uri="{FF2B5EF4-FFF2-40B4-BE49-F238E27FC236}">
                <a16:creationId xmlns:a16="http://schemas.microsoft.com/office/drawing/2014/main" id="{558A3619-2058-4548-85D0-840189D30DCE}"/>
              </a:ext>
            </a:extLst>
          </p:cNvPr>
          <p:cNvGrpSpPr>
            <a:grpSpLocks/>
          </p:cNvGrpSpPr>
          <p:nvPr/>
        </p:nvGrpSpPr>
        <p:grpSpPr bwMode="auto">
          <a:xfrm>
            <a:off x="2400069" y="2268766"/>
            <a:ext cx="3937006" cy="409575"/>
            <a:chOff x="1329" y="1036"/>
            <a:chExt cx="2480" cy="258"/>
          </a:xfrm>
        </p:grpSpPr>
        <p:sp>
          <p:nvSpPr>
            <p:cNvPr id="368" name="Text Box 95">
              <a:extLst>
                <a:ext uri="{FF2B5EF4-FFF2-40B4-BE49-F238E27FC236}">
                  <a16:creationId xmlns:a16="http://schemas.microsoft.com/office/drawing/2014/main" id="{A9A49627-FB9F-6845-8479-4BEAC42773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9" y="1036"/>
              <a:ext cx="30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 </a:t>
              </a:r>
              <a:endPara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9" name="Text Box 96">
              <a:extLst>
                <a:ext uri="{FF2B5EF4-FFF2-40B4-BE49-F238E27FC236}">
                  <a16:creationId xmlns:a16="http://schemas.microsoft.com/office/drawing/2014/main" id="{41F7B139-E678-B342-AD4B-7706825D14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9" y="1042"/>
              <a:ext cx="30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 </a:t>
              </a:r>
              <a:endPara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70" name="Text Box 97">
              <a:extLst>
                <a:ext uri="{FF2B5EF4-FFF2-40B4-BE49-F238E27FC236}">
                  <a16:creationId xmlns:a16="http://schemas.microsoft.com/office/drawing/2014/main" id="{5B097C3C-A220-B449-93F9-E7D23003D9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9" y="1038"/>
              <a:ext cx="34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7,u</a:t>
              </a:r>
            </a:p>
          </p:txBody>
        </p:sp>
        <p:sp>
          <p:nvSpPr>
            <p:cNvPr id="371" name="Text Box 98">
              <a:extLst>
                <a:ext uri="{FF2B5EF4-FFF2-40B4-BE49-F238E27FC236}">
                  <a16:creationId xmlns:a16="http://schemas.microsoft.com/office/drawing/2014/main" id="{A0B94B27-CE7D-C949-AB21-F3E5E557F6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5" y="1041"/>
              <a:ext cx="34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3,u</a:t>
              </a:r>
            </a:p>
          </p:txBody>
        </p:sp>
        <p:sp>
          <p:nvSpPr>
            <p:cNvPr id="372" name="Text Box 99">
              <a:extLst>
                <a:ext uri="{FF2B5EF4-FFF2-40B4-BE49-F238E27FC236}">
                  <a16:creationId xmlns:a16="http://schemas.microsoft.com/office/drawing/2014/main" id="{8F8C77A4-ABDE-6E4B-A507-A4A1C104D5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7" y="1038"/>
              <a:ext cx="34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5,u</a:t>
              </a:r>
            </a:p>
          </p:txBody>
        </p:sp>
      </p:grpSp>
      <p:sp>
        <p:nvSpPr>
          <p:cNvPr id="373" name="Text Box 100">
            <a:extLst>
              <a:ext uri="{FF2B5EF4-FFF2-40B4-BE49-F238E27FC236}">
                <a16:creationId xmlns:a16="http://schemas.microsoft.com/office/drawing/2014/main" id="{ACA0D86F-02A7-B84B-A3AB-5BBFB524F6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5504" y="2721633"/>
            <a:ext cx="51328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uw</a:t>
            </a:r>
          </a:p>
        </p:txBody>
      </p:sp>
      <p:grpSp>
        <p:nvGrpSpPr>
          <p:cNvPr id="374" name="Group 101">
            <a:extLst>
              <a:ext uri="{FF2B5EF4-FFF2-40B4-BE49-F238E27FC236}">
                <a16:creationId xmlns:a16="http://schemas.microsoft.com/office/drawing/2014/main" id="{BC7C6C04-9C61-5440-80EF-C809C32DFA20}"/>
              </a:ext>
            </a:extLst>
          </p:cNvPr>
          <p:cNvGrpSpPr>
            <a:grpSpLocks/>
          </p:cNvGrpSpPr>
          <p:nvPr/>
        </p:nvGrpSpPr>
        <p:grpSpPr bwMode="auto">
          <a:xfrm>
            <a:off x="2409590" y="2707832"/>
            <a:ext cx="3933824" cy="420688"/>
            <a:chOff x="1328" y="1004"/>
            <a:chExt cx="2478" cy="265"/>
          </a:xfrm>
        </p:grpSpPr>
        <p:sp>
          <p:nvSpPr>
            <p:cNvPr id="375" name="Text Box 102">
              <a:extLst>
                <a:ext uri="{FF2B5EF4-FFF2-40B4-BE49-F238E27FC236}">
                  <a16:creationId xmlns:a16="http://schemas.microsoft.com/office/drawing/2014/main" id="{ABAEF0CA-F3B4-3F40-B673-304562BCEA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6" y="1004"/>
              <a:ext cx="30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 </a:t>
              </a:r>
              <a:endPara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76" name="Text Box 103">
              <a:extLst>
                <a:ext uri="{FF2B5EF4-FFF2-40B4-BE49-F238E27FC236}">
                  <a16:creationId xmlns:a16="http://schemas.microsoft.com/office/drawing/2014/main" id="{E1707184-54DA-3043-95FA-5D25894790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1014"/>
              <a:ext cx="48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11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rPr>
                <a:t>,w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 </a:t>
              </a:r>
              <a:endPara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77" name="Text Box 104">
              <a:extLst>
                <a:ext uri="{FF2B5EF4-FFF2-40B4-BE49-F238E27FC236}">
                  <a16:creationId xmlns:a16="http://schemas.microsoft.com/office/drawing/2014/main" id="{D3F92256-ECF4-674D-BB01-22E8F81019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8" y="1017"/>
              <a:ext cx="36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6,w</a:t>
              </a:r>
            </a:p>
          </p:txBody>
        </p:sp>
        <p:sp>
          <p:nvSpPr>
            <p:cNvPr id="378" name="Text Box 105">
              <a:extLst>
                <a:ext uri="{FF2B5EF4-FFF2-40B4-BE49-F238E27FC236}">
                  <a16:creationId xmlns:a16="http://schemas.microsoft.com/office/drawing/2014/main" id="{71B35D57-CA7D-E747-B1BC-4BCC98CEE5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7" y="1015"/>
              <a:ext cx="11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79" name="Text Box 106">
              <a:extLst>
                <a:ext uri="{FF2B5EF4-FFF2-40B4-BE49-F238E27FC236}">
                  <a16:creationId xmlns:a16="http://schemas.microsoft.com/office/drawing/2014/main" id="{05FF3FA7-68BA-E148-B1AB-F1DC697DD5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1013"/>
              <a:ext cx="34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5,u</a:t>
              </a:r>
            </a:p>
          </p:txBody>
        </p:sp>
      </p:grpSp>
      <p:grpSp>
        <p:nvGrpSpPr>
          <p:cNvPr id="380" name="Group 107">
            <a:extLst>
              <a:ext uri="{FF2B5EF4-FFF2-40B4-BE49-F238E27FC236}">
                <a16:creationId xmlns:a16="http://schemas.microsoft.com/office/drawing/2014/main" id="{7E2626C5-CF93-9948-940E-8D5F72A7FC73}"/>
              </a:ext>
            </a:extLst>
          </p:cNvPr>
          <p:cNvGrpSpPr>
            <a:grpSpLocks/>
          </p:cNvGrpSpPr>
          <p:nvPr/>
        </p:nvGrpSpPr>
        <p:grpSpPr bwMode="auto">
          <a:xfrm>
            <a:off x="2398427" y="3156225"/>
            <a:ext cx="4005263" cy="414336"/>
            <a:chOff x="1328" y="1008"/>
            <a:chExt cx="2523" cy="261"/>
          </a:xfrm>
        </p:grpSpPr>
        <p:sp>
          <p:nvSpPr>
            <p:cNvPr id="381" name="Text Box 108">
              <a:extLst>
                <a:ext uri="{FF2B5EF4-FFF2-40B4-BE49-F238E27FC236}">
                  <a16:creationId xmlns:a16="http://schemas.microsoft.com/office/drawing/2014/main" id="{AFBD965A-43AF-524E-B4A9-98B0171545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3" y="1011"/>
              <a:ext cx="44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14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,x </a:t>
              </a:r>
            </a:p>
          </p:txBody>
        </p:sp>
        <p:sp>
          <p:nvSpPr>
            <p:cNvPr id="382" name="Text Box 109">
              <a:extLst>
                <a:ext uri="{FF2B5EF4-FFF2-40B4-BE49-F238E27FC236}">
                  <a16:creationId xmlns:a16="http://schemas.microsoft.com/office/drawing/2014/main" id="{AC0F38BE-BBC3-6F4E-B9EA-051436270F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5" y="1008"/>
              <a:ext cx="48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11,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w </a:t>
              </a:r>
              <a:endPara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83" name="Text Box 110">
              <a:extLst>
                <a:ext uri="{FF2B5EF4-FFF2-40B4-BE49-F238E27FC236}">
                  <a16:creationId xmlns:a16="http://schemas.microsoft.com/office/drawing/2014/main" id="{A05F7448-12D1-D84F-9CDE-912BCF72A0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8" y="1017"/>
              <a:ext cx="36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6,w</a:t>
              </a:r>
            </a:p>
          </p:txBody>
        </p:sp>
        <p:sp>
          <p:nvSpPr>
            <p:cNvPr id="384" name="Text Box 111">
              <a:extLst>
                <a:ext uri="{FF2B5EF4-FFF2-40B4-BE49-F238E27FC236}">
                  <a16:creationId xmlns:a16="http://schemas.microsoft.com/office/drawing/2014/main" id="{FD8E90C8-7E27-9944-8C71-AF1BD02336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7" y="1015"/>
              <a:ext cx="11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85" name="Text Box 112">
              <a:extLst>
                <a:ext uri="{FF2B5EF4-FFF2-40B4-BE49-F238E27FC236}">
                  <a16:creationId xmlns:a16="http://schemas.microsoft.com/office/drawing/2014/main" id="{42882C9F-E751-B44C-9ECC-51EC29977C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0" y="1016"/>
              <a:ext cx="11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386" name="Oval 113">
            <a:extLst>
              <a:ext uri="{FF2B5EF4-FFF2-40B4-BE49-F238E27FC236}">
                <a16:creationId xmlns:a16="http://schemas.microsoft.com/office/drawing/2014/main" id="{CA07159E-E1BA-F141-B1FF-A9FEC3ABC3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2476" y="2263739"/>
            <a:ext cx="661410" cy="406374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latin typeface="Comic Sans MS" charset="0"/>
              <a:ea typeface="ＭＳ Ｐゴシック" charset="0"/>
            </a:endParaRPr>
          </a:p>
        </p:txBody>
      </p:sp>
      <p:sp>
        <p:nvSpPr>
          <p:cNvPr id="387" name="Oval 114">
            <a:extLst>
              <a:ext uri="{FF2B5EF4-FFF2-40B4-BE49-F238E27FC236}">
                <a16:creationId xmlns:a16="http://schemas.microsoft.com/office/drawing/2014/main" id="{62801FA1-0308-3F47-AABC-89A1C31D0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0170" y="2719263"/>
            <a:ext cx="679816" cy="40693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latin typeface="Comic Sans MS" charset="0"/>
              <a:ea typeface="ＭＳ Ｐゴシック" charset="0"/>
            </a:endParaRPr>
          </a:p>
        </p:txBody>
      </p:sp>
      <p:sp>
        <p:nvSpPr>
          <p:cNvPr id="388" name="Text Box 115">
            <a:extLst>
              <a:ext uri="{FF2B5EF4-FFF2-40B4-BE49-F238E27FC236}">
                <a16:creationId xmlns:a16="http://schemas.microsoft.com/office/drawing/2014/main" id="{FDC188CB-240A-384E-B25B-A5EC55C65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9143" y="3195058"/>
            <a:ext cx="64152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uwx</a:t>
            </a:r>
          </a:p>
        </p:txBody>
      </p:sp>
      <p:sp>
        <p:nvSpPr>
          <p:cNvPr id="389" name="Oval 116">
            <a:extLst>
              <a:ext uri="{FF2B5EF4-FFF2-40B4-BE49-F238E27FC236}">
                <a16:creationId xmlns:a16="http://schemas.microsoft.com/office/drawing/2014/main" id="{B75F5C54-5678-6548-96E7-8FA9101FC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4191" y="3175054"/>
            <a:ext cx="665830" cy="425097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latin typeface="Comic Sans MS" charset="0"/>
              <a:ea typeface="ＭＳ Ｐゴシック" charset="0"/>
            </a:endParaRPr>
          </a:p>
        </p:txBody>
      </p:sp>
      <p:sp>
        <p:nvSpPr>
          <p:cNvPr id="390" name="Text Box 117">
            <a:extLst>
              <a:ext uri="{FF2B5EF4-FFF2-40B4-BE49-F238E27FC236}">
                <a16:creationId xmlns:a16="http://schemas.microsoft.com/office/drawing/2014/main" id="{842A56D7-E405-6242-9B11-D34F99B3B8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3894" y="3653711"/>
            <a:ext cx="762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uwxv</a:t>
            </a:r>
          </a:p>
        </p:txBody>
      </p:sp>
      <p:grpSp>
        <p:nvGrpSpPr>
          <p:cNvPr id="391" name="Group 118">
            <a:extLst>
              <a:ext uri="{FF2B5EF4-FFF2-40B4-BE49-F238E27FC236}">
                <a16:creationId xmlns:a16="http://schemas.microsoft.com/office/drawing/2014/main" id="{24891FB7-CCEA-1C44-8641-F1973787CC8B}"/>
              </a:ext>
            </a:extLst>
          </p:cNvPr>
          <p:cNvGrpSpPr>
            <a:grpSpLocks/>
          </p:cNvGrpSpPr>
          <p:nvPr/>
        </p:nvGrpSpPr>
        <p:grpSpPr bwMode="auto">
          <a:xfrm>
            <a:off x="4873416" y="3639944"/>
            <a:ext cx="1544638" cy="400050"/>
            <a:chOff x="1851" y="2756"/>
            <a:chExt cx="973" cy="252"/>
          </a:xfrm>
        </p:grpSpPr>
        <p:sp>
          <p:nvSpPr>
            <p:cNvPr id="392" name="Text Box 119">
              <a:extLst>
                <a:ext uri="{FF2B5EF4-FFF2-40B4-BE49-F238E27FC236}">
                  <a16:creationId xmlns:a16="http://schemas.microsoft.com/office/drawing/2014/main" id="{FDD3AD43-F8C3-954D-8CC1-37DDA254D1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6" y="2756"/>
              <a:ext cx="44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14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,x </a:t>
              </a:r>
            </a:p>
          </p:txBody>
        </p:sp>
        <p:sp>
          <p:nvSpPr>
            <p:cNvPr id="393" name="Text Box 120">
              <a:extLst>
                <a:ext uri="{FF2B5EF4-FFF2-40B4-BE49-F238E27FC236}">
                  <a16:creationId xmlns:a16="http://schemas.microsoft.com/office/drawing/2014/main" id="{A5A6672A-2DAC-A548-AE0D-9C0BEAE1F4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1" y="2756"/>
              <a:ext cx="44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10,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v </a:t>
              </a:r>
              <a:endPara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394" name="Oval 121">
            <a:extLst>
              <a:ext uri="{FF2B5EF4-FFF2-40B4-BE49-F238E27FC236}">
                <a16:creationId xmlns:a16="http://schemas.microsoft.com/office/drawing/2014/main" id="{611DDB78-2B7E-2542-9D8B-A5C45FB4E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8116" y="3652013"/>
            <a:ext cx="676583" cy="393367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latin typeface="Comic Sans MS" charset="0"/>
              <a:ea typeface="ＭＳ Ｐゴシック" charset="0"/>
            </a:endParaRPr>
          </a:p>
        </p:txBody>
      </p:sp>
      <p:sp>
        <p:nvSpPr>
          <p:cNvPr id="395" name="Text Box 122">
            <a:extLst>
              <a:ext uri="{FF2B5EF4-FFF2-40B4-BE49-F238E27FC236}">
                <a16:creationId xmlns:a16="http://schemas.microsoft.com/office/drawing/2014/main" id="{8C60FCAA-A8DF-9E4E-9A07-3A30DE5CF6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811" y="4107137"/>
            <a:ext cx="89800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uwxvy</a:t>
            </a:r>
          </a:p>
        </p:txBody>
      </p:sp>
      <p:sp>
        <p:nvSpPr>
          <p:cNvPr id="396" name="Text Box 123">
            <a:extLst>
              <a:ext uri="{FF2B5EF4-FFF2-40B4-BE49-F238E27FC236}">
                <a16:creationId xmlns:a16="http://schemas.microsoft.com/office/drawing/2014/main" id="{F1BFAA7C-7ACD-2F4D-86BB-F5DA8784BB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1287" y="4095635"/>
            <a:ext cx="70770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12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,y </a:t>
            </a:r>
          </a:p>
        </p:txBody>
      </p:sp>
      <p:sp>
        <p:nvSpPr>
          <p:cNvPr id="397" name="Oval 124">
            <a:extLst>
              <a:ext uri="{FF2B5EF4-FFF2-40B4-BE49-F238E27FC236}">
                <a16:creationId xmlns:a16="http://schemas.microsoft.com/office/drawing/2014/main" id="{0595C3F1-3B4E-AC41-9EFD-C0BB66A3E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9111" y="4130222"/>
            <a:ext cx="707756" cy="389115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latin typeface="Comic Sans MS" charset="0"/>
              <a:ea typeface="ＭＳ Ｐゴシック" charset="0"/>
            </a:endParaRPr>
          </a:p>
        </p:txBody>
      </p:sp>
      <p:sp>
        <p:nvSpPr>
          <p:cNvPr id="398" name="Rectangle 125">
            <a:extLst>
              <a:ext uri="{FF2B5EF4-FFF2-40B4-BE49-F238E27FC236}">
                <a16:creationId xmlns:a16="http://schemas.microsoft.com/office/drawing/2014/main" id="{0037DF6F-3A02-DE43-B518-773A20FBE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9773" y="5251763"/>
            <a:ext cx="8910647" cy="1421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None/>
            </a:pPr>
            <a:r>
              <a:rPr lang="en-US" sz="2800" dirty="0">
                <a:solidFill>
                  <a:srgbClr val="CC0000"/>
                </a:solidFill>
                <a:ea typeface="ＭＳ Ｐゴシック" charset="0"/>
              </a:rPr>
              <a:t>notes:</a:t>
            </a:r>
          </a:p>
          <a:p>
            <a:pPr marL="342900" indent="-3429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construct least-cost-path tree by tracing predecessor nodes</a:t>
            </a:r>
          </a:p>
          <a:p>
            <a:pPr marL="342900" indent="-3429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ties can exist (can be broken arbitrarily)</a:t>
            </a:r>
          </a:p>
        </p:txBody>
      </p:sp>
      <p:sp>
        <p:nvSpPr>
          <p:cNvPr id="399" name="Line 126">
            <a:extLst>
              <a:ext uri="{FF2B5EF4-FFF2-40B4-BE49-F238E27FC236}">
                <a16:creationId xmlns:a16="http://schemas.microsoft.com/office/drawing/2014/main" id="{C99F0D07-C97F-7244-BE7D-62DDB539FA1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77917" y="3471860"/>
            <a:ext cx="59055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00" name="Line 127">
            <a:extLst>
              <a:ext uri="{FF2B5EF4-FFF2-40B4-BE49-F238E27FC236}">
                <a16:creationId xmlns:a16="http://schemas.microsoft.com/office/drawing/2014/main" id="{8F3B222C-0283-4642-B404-4B8A996A5AB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21087" y="3483435"/>
            <a:ext cx="1463675" cy="120491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01" name="Line 128">
            <a:extLst>
              <a:ext uri="{FF2B5EF4-FFF2-40B4-BE49-F238E27FC236}">
                <a16:creationId xmlns:a16="http://schemas.microsoft.com/office/drawing/2014/main" id="{F0DFADDD-C351-D342-B3F8-01384E3240C6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8966" y="3539863"/>
            <a:ext cx="9525" cy="10477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02" name="Line 129">
            <a:extLst>
              <a:ext uri="{FF2B5EF4-FFF2-40B4-BE49-F238E27FC236}">
                <a16:creationId xmlns:a16="http://schemas.microsoft.com/office/drawing/2014/main" id="{917DAF3B-7743-C54C-9109-8A2DC359089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77755" y="1754709"/>
            <a:ext cx="1012825" cy="16287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03" name="Line 130">
            <a:extLst>
              <a:ext uri="{FF2B5EF4-FFF2-40B4-BE49-F238E27FC236}">
                <a16:creationId xmlns:a16="http://schemas.microsoft.com/office/drawing/2014/main" id="{F3B9ECBE-8021-EC4B-8E7D-26831A93BED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93502" y="3475036"/>
            <a:ext cx="94456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04" name="Text Box 131">
            <a:extLst>
              <a:ext uri="{FF2B5EF4-FFF2-40B4-BE49-F238E27FC236}">
                <a16:creationId xmlns:a16="http://schemas.microsoft.com/office/drawing/2014/main" id="{F5BA4ED6-2050-C341-8B0F-1599D2341C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8922" y="4584970"/>
            <a:ext cx="102624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uwxvyz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65D16F8-4952-FE4D-91E2-4F6D021B6D74}"/>
              </a:ext>
            </a:extLst>
          </p:cNvPr>
          <p:cNvCxnSpPr/>
          <p:nvPr/>
        </p:nvCxnSpPr>
        <p:spPr>
          <a:xfrm>
            <a:off x="668005" y="2233984"/>
            <a:ext cx="5645188" cy="0"/>
          </a:xfrm>
          <a:prstGeom prst="line">
            <a:avLst/>
          </a:prstGeom>
          <a:ln w="25400">
            <a:solidFill>
              <a:srgbClr val="0000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" name="TextBox 511">
            <a:extLst>
              <a:ext uri="{FF2B5EF4-FFF2-40B4-BE49-F238E27FC236}">
                <a16:creationId xmlns:a16="http://schemas.microsoft.com/office/drawing/2014/main" id="{1F94D8F7-F56C-4044-B4A2-EFA8658B0151}"/>
              </a:ext>
            </a:extLst>
          </p:cNvPr>
          <p:cNvSpPr txBox="1"/>
          <p:nvPr/>
        </p:nvSpPr>
        <p:spPr>
          <a:xfrm>
            <a:off x="2529460" y="1384347"/>
            <a:ext cx="370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v</a:t>
            </a:r>
          </a:p>
        </p:txBody>
      </p:sp>
      <p:sp>
        <p:nvSpPr>
          <p:cNvPr id="409" name="TextBox 408">
            <a:extLst>
              <a:ext uri="{FF2B5EF4-FFF2-40B4-BE49-F238E27FC236}">
                <a16:creationId xmlns:a16="http://schemas.microsoft.com/office/drawing/2014/main" id="{7F4BE64D-5BB6-3946-92A1-758E1216783E}"/>
              </a:ext>
            </a:extLst>
          </p:cNvPr>
          <p:cNvSpPr txBox="1"/>
          <p:nvPr/>
        </p:nvSpPr>
        <p:spPr>
          <a:xfrm>
            <a:off x="3373839" y="1382288"/>
            <a:ext cx="370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w</a:t>
            </a:r>
          </a:p>
        </p:txBody>
      </p:sp>
      <p:sp>
        <p:nvSpPr>
          <p:cNvPr id="410" name="TextBox 409">
            <a:extLst>
              <a:ext uri="{FF2B5EF4-FFF2-40B4-BE49-F238E27FC236}">
                <a16:creationId xmlns:a16="http://schemas.microsoft.com/office/drawing/2014/main" id="{A1DE38EA-067E-254B-81F2-AFB941CD30A7}"/>
              </a:ext>
            </a:extLst>
          </p:cNvPr>
          <p:cNvSpPr txBox="1"/>
          <p:nvPr/>
        </p:nvSpPr>
        <p:spPr>
          <a:xfrm>
            <a:off x="4255287" y="1380228"/>
            <a:ext cx="370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1FC94161-DABC-FD40-9A12-0A0B92FB9413}"/>
              </a:ext>
            </a:extLst>
          </p:cNvPr>
          <p:cNvSpPr txBox="1"/>
          <p:nvPr/>
        </p:nvSpPr>
        <p:spPr>
          <a:xfrm>
            <a:off x="5099667" y="1378168"/>
            <a:ext cx="370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y</a:t>
            </a:r>
          </a:p>
        </p:txBody>
      </p:sp>
      <p:sp>
        <p:nvSpPr>
          <p:cNvPr id="412" name="TextBox 411">
            <a:extLst>
              <a:ext uri="{FF2B5EF4-FFF2-40B4-BE49-F238E27FC236}">
                <a16:creationId xmlns:a16="http://schemas.microsoft.com/office/drawing/2014/main" id="{288BE9D6-D8FD-304E-9D68-FE3AAEE6F204}"/>
              </a:ext>
            </a:extLst>
          </p:cNvPr>
          <p:cNvSpPr txBox="1"/>
          <p:nvPr/>
        </p:nvSpPr>
        <p:spPr>
          <a:xfrm>
            <a:off x="5968759" y="1376108"/>
            <a:ext cx="370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z</a:t>
            </a:r>
          </a:p>
        </p:txBody>
      </p:sp>
      <p:grpSp>
        <p:nvGrpSpPr>
          <p:cNvPr id="519" name="Group 518">
            <a:extLst>
              <a:ext uri="{FF2B5EF4-FFF2-40B4-BE49-F238E27FC236}">
                <a16:creationId xmlns:a16="http://schemas.microsoft.com/office/drawing/2014/main" id="{CCBC2688-EEF7-0A41-A1D1-FD3592861590}"/>
              </a:ext>
            </a:extLst>
          </p:cNvPr>
          <p:cNvGrpSpPr/>
          <p:nvPr/>
        </p:nvGrpSpPr>
        <p:grpSpPr>
          <a:xfrm>
            <a:off x="1771136" y="1428236"/>
            <a:ext cx="1923534" cy="1652716"/>
            <a:chOff x="1771136" y="1428236"/>
            <a:chExt cx="1923534" cy="1652716"/>
          </a:xfrm>
        </p:grpSpPr>
        <p:sp>
          <p:nvSpPr>
            <p:cNvPr id="513" name="Oval 512">
              <a:extLst>
                <a:ext uri="{FF2B5EF4-FFF2-40B4-BE49-F238E27FC236}">
                  <a16:creationId xmlns:a16="http://schemas.microsoft.com/office/drawing/2014/main" id="{3C2FF37F-A919-434C-8979-051B31CFD835}"/>
                </a:ext>
              </a:extLst>
            </p:cNvPr>
            <p:cNvSpPr/>
            <p:nvPr/>
          </p:nvSpPr>
          <p:spPr>
            <a:xfrm>
              <a:off x="3379574" y="1428236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15" name="Straight Arrow Connector 514">
              <a:extLst>
                <a:ext uri="{FF2B5EF4-FFF2-40B4-BE49-F238E27FC236}">
                  <a16:creationId xmlns:a16="http://schemas.microsoft.com/office/drawing/2014/main" id="{6361C28B-7EB6-4E49-801C-002A7038AF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07973" y="1686697"/>
              <a:ext cx="1414851" cy="1143000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4" name="Oval 423">
              <a:extLst>
                <a:ext uri="{FF2B5EF4-FFF2-40B4-BE49-F238E27FC236}">
                  <a16:creationId xmlns:a16="http://schemas.microsoft.com/office/drawing/2014/main" id="{5CDBFCDB-3AB4-FE47-9C83-3D6DE05B385E}"/>
                </a:ext>
              </a:extLst>
            </p:cNvPr>
            <p:cNvSpPr/>
            <p:nvPr/>
          </p:nvSpPr>
          <p:spPr>
            <a:xfrm>
              <a:off x="1771136" y="2785420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20" name="Group 419">
            <a:extLst>
              <a:ext uri="{FF2B5EF4-FFF2-40B4-BE49-F238E27FC236}">
                <a16:creationId xmlns:a16="http://schemas.microsoft.com/office/drawing/2014/main" id="{34492E69-FC51-D44D-A0DF-E498D79FEC0F}"/>
              </a:ext>
            </a:extLst>
          </p:cNvPr>
          <p:cNvGrpSpPr/>
          <p:nvPr/>
        </p:nvGrpSpPr>
        <p:grpSpPr>
          <a:xfrm>
            <a:off x="1812326" y="1419997"/>
            <a:ext cx="2739080" cy="2146986"/>
            <a:chOff x="955590" y="1428236"/>
            <a:chExt cx="2739080" cy="2146986"/>
          </a:xfrm>
        </p:grpSpPr>
        <p:sp>
          <p:nvSpPr>
            <p:cNvPr id="421" name="Oval 420">
              <a:extLst>
                <a:ext uri="{FF2B5EF4-FFF2-40B4-BE49-F238E27FC236}">
                  <a16:creationId xmlns:a16="http://schemas.microsoft.com/office/drawing/2014/main" id="{8B78A21D-0C51-5E40-A873-B41F0061767F}"/>
                </a:ext>
              </a:extLst>
            </p:cNvPr>
            <p:cNvSpPr/>
            <p:nvPr/>
          </p:nvSpPr>
          <p:spPr>
            <a:xfrm>
              <a:off x="3379574" y="1428236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22" name="Straight Arrow Connector 421">
              <a:extLst>
                <a:ext uri="{FF2B5EF4-FFF2-40B4-BE49-F238E27FC236}">
                  <a16:creationId xmlns:a16="http://schemas.microsoft.com/office/drawing/2014/main" id="{E057DF8D-CA83-344B-BC32-922BE22FB3C6}"/>
                </a:ext>
              </a:extLst>
            </p:cNvPr>
            <p:cNvCxnSpPr>
              <a:cxnSpLocks/>
              <a:endCxn id="426" idx="7"/>
            </p:cNvCxnSpPr>
            <p:nvPr/>
          </p:nvCxnSpPr>
          <p:spPr>
            <a:xfrm flipH="1">
              <a:off x="1224541" y="1686697"/>
              <a:ext cx="2198284" cy="1636273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6" name="Oval 425">
              <a:extLst>
                <a:ext uri="{FF2B5EF4-FFF2-40B4-BE49-F238E27FC236}">
                  <a16:creationId xmlns:a16="http://schemas.microsoft.com/office/drawing/2014/main" id="{1144855E-246F-7640-9688-9DE68CCDF895}"/>
                </a:ext>
              </a:extLst>
            </p:cNvPr>
            <p:cNvSpPr/>
            <p:nvPr/>
          </p:nvSpPr>
          <p:spPr>
            <a:xfrm>
              <a:off x="955590" y="3279690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28" name="Group 427">
            <a:extLst>
              <a:ext uri="{FF2B5EF4-FFF2-40B4-BE49-F238E27FC236}">
                <a16:creationId xmlns:a16="http://schemas.microsoft.com/office/drawing/2014/main" id="{5C63813B-DF47-A04D-AB7C-06783AC116F7}"/>
              </a:ext>
            </a:extLst>
          </p:cNvPr>
          <p:cNvGrpSpPr/>
          <p:nvPr/>
        </p:nvGrpSpPr>
        <p:grpSpPr>
          <a:xfrm>
            <a:off x="1853514" y="1417939"/>
            <a:ext cx="990599" cy="2598007"/>
            <a:chOff x="955590" y="977215"/>
            <a:chExt cx="990599" cy="2598007"/>
          </a:xfrm>
        </p:grpSpPr>
        <p:sp>
          <p:nvSpPr>
            <p:cNvPr id="429" name="Oval 428">
              <a:extLst>
                <a:ext uri="{FF2B5EF4-FFF2-40B4-BE49-F238E27FC236}">
                  <a16:creationId xmlns:a16="http://schemas.microsoft.com/office/drawing/2014/main" id="{D4DF0F4E-4FAB-7E4A-B79C-58901FD967B2}"/>
                </a:ext>
              </a:extLst>
            </p:cNvPr>
            <p:cNvSpPr/>
            <p:nvPr/>
          </p:nvSpPr>
          <p:spPr>
            <a:xfrm>
              <a:off x="1631093" y="977215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30" name="Straight Arrow Connector 429">
              <a:extLst>
                <a:ext uri="{FF2B5EF4-FFF2-40B4-BE49-F238E27FC236}">
                  <a16:creationId xmlns:a16="http://schemas.microsoft.com/office/drawing/2014/main" id="{253E7A77-3CD8-4444-8652-326E4122CA29}"/>
                </a:ext>
              </a:extLst>
            </p:cNvPr>
            <p:cNvCxnSpPr>
              <a:cxnSpLocks/>
              <a:stCxn id="429" idx="4"/>
              <a:endCxn id="431" idx="0"/>
            </p:cNvCxnSpPr>
            <p:nvPr/>
          </p:nvCxnSpPr>
          <p:spPr>
            <a:xfrm flipH="1">
              <a:off x="1113138" y="1272747"/>
              <a:ext cx="675503" cy="2006943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1" name="Oval 430">
              <a:extLst>
                <a:ext uri="{FF2B5EF4-FFF2-40B4-BE49-F238E27FC236}">
                  <a16:creationId xmlns:a16="http://schemas.microsoft.com/office/drawing/2014/main" id="{77F07FF7-2B96-0646-A06A-6A4413FB14D0}"/>
                </a:ext>
              </a:extLst>
            </p:cNvPr>
            <p:cNvSpPr/>
            <p:nvPr/>
          </p:nvSpPr>
          <p:spPr>
            <a:xfrm>
              <a:off x="955590" y="3279690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34" name="Group 433">
            <a:extLst>
              <a:ext uri="{FF2B5EF4-FFF2-40B4-BE49-F238E27FC236}">
                <a16:creationId xmlns:a16="http://schemas.microsoft.com/office/drawing/2014/main" id="{0CCDB2C5-7C8F-BA48-8528-642609B263D7}"/>
              </a:ext>
            </a:extLst>
          </p:cNvPr>
          <p:cNvGrpSpPr/>
          <p:nvPr/>
        </p:nvGrpSpPr>
        <p:grpSpPr>
          <a:xfrm>
            <a:off x="1915299" y="1436471"/>
            <a:ext cx="3480486" cy="3049030"/>
            <a:chOff x="955590" y="526192"/>
            <a:chExt cx="3480486" cy="3049030"/>
          </a:xfrm>
        </p:grpSpPr>
        <p:sp>
          <p:nvSpPr>
            <p:cNvPr id="435" name="Oval 434">
              <a:extLst>
                <a:ext uri="{FF2B5EF4-FFF2-40B4-BE49-F238E27FC236}">
                  <a16:creationId xmlns:a16="http://schemas.microsoft.com/office/drawing/2014/main" id="{B6DFCC8C-1043-294A-BBDC-453DCF8BA68B}"/>
                </a:ext>
              </a:extLst>
            </p:cNvPr>
            <p:cNvSpPr/>
            <p:nvPr/>
          </p:nvSpPr>
          <p:spPr>
            <a:xfrm>
              <a:off x="4120980" y="526192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36" name="Straight Arrow Connector 435">
              <a:extLst>
                <a:ext uri="{FF2B5EF4-FFF2-40B4-BE49-F238E27FC236}">
                  <a16:creationId xmlns:a16="http://schemas.microsoft.com/office/drawing/2014/main" id="{97B46750-16A8-574E-A52F-46729E9F7031}"/>
                </a:ext>
              </a:extLst>
            </p:cNvPr>
            <p:cNvCxnSpPr>
              <a:cxnSpLocks/>
              <a:stCxn id="435" idx="3"/>
              <a:endCxn id="437" idx="7"/>
            </p:cNvCxnSpPr>
            <p:nvPr/>
          </p:nvCxnSpPr>
          <p:spPr>
            <a:xfrm flipH="1">
              <a:off x="1224541" y="778444"/>
              <a:ext cx="2942584" cy="2544526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7" name="Oval 436">
              <a:extLst>
                <a:ext uri="{FF2B5EF4-FFF2-40B4-BE49-F238E27FC236}">
                  <a16:creationId xmlns:a16="http://schemas.microsoft.com/office/drawing/2014/main" id="{904708D2-FA76-7B48-81BA-5EC9975951EB}"/>
                </a:ext>
              </a:extLst>
            </p:cNvPr>
            <p:cNvSpPr/>
            <p:nvPr/>
          </p:nvSpPr>
          <p:spPr>
            <a:xfrm>
              <a:off x="955590" y="3279690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39" name="Group 438">
            <a:extLst>
              <a:ext uri="{FF2B5EF4-FFF2-40B4-BE49-F238E27FC236}">
                <a16:creationId xmlns:a16="http://schemas.microsoft.com/office/drawing/2014/main" id="{D192E325-2F11-F54E-90FD-CBE3F2807D0F}"/>
              </a:ext>
            </a:extLst>
          </p:cNvPr>
          <p:cNvGrpSpPr/>
          <p:nvPr/>
        </p:nvGrpSpPr>
        <p:grpSpPr>
          <a:xfrm>
            <a:off x="1839100" y="1422055"/>
            <a:ext cx="4419599" cy="3537122"/>
            <a:chOff x="16477" y="526192"/>
            <a:chExt cx="4419599" cy="3537122"/>
          </a:xfrm>
        </p:grpSpPr>
        <p:sp>
          <p:nvSpPr>
            <p:cNvPr id="440" name="Oval 439">
              <a:extLst>
                <a:ext uri="{FF2B5EF4-FFF2-40B4-BE49-F238E27FC236}">
                  <a16:creationId xmlns:a16="http://schemas.microsoft.com/office/drawing/2014/main" id="{10536CE6-8D99-2348-945A-2105D954DF20}"/>
                </a:ext>
              </a:extLst>
            </p:cNvPr>
            <p:cNvSpPr/>
            <p:nvPr/>
          </p:nvSpPr>
          <p:spPr>
            <a:xfrm>
              <a:off x="4120980" y="526192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41" name="Straight Arrow Connector 440">
              <a:extLst>
                <a:ext uri="{FF2B5EF4-FFF2-40B4-BE49-F238E27FC236}">
                  <a16:creationId xmlns:a16="http://schemas.microsoft.com/office/drawing/2014/main" id="{F0B19E82-F38B-574C-B89D-511382F96E8E}"/>
                </a:ext>
              </a:extLst>
            </p:cNvPr>
            <p:cNvCxnSpPr>
              <a:cxnSpLocks/>
              <a:stCxn id="440" idx="3"/>
              <a:endCxn id="442" idx="7"/>
            </p:cNvCxnSpPr>
            <p:nvPr/>
          </p:nvCxnSpPr>
          <p:spPr>
            <a:xfrm flipH="1">
              <a:off x="285428" y="778444"/>
              <a:ext cx="3881697" cy="3032618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2" name="Oval 441">
              <a:extLst>
                <a:ext uri="{FF2B5EF4-FFF2-40B4-BE49-F238E27FC236}">
                  <a16:creationId xmlns:a16="http://schemas.microsoft.com/office/drawing/2014/main" id="{532A319F-9E77-E440-8542-72A35376DAE1}"/>
                </a:ext>
              </a:extLst>
            </p:cNvPr>
            <p:cNvSpPr/>
            <p:nvPr/>
          </p:nvSpPr>
          <p:spPr>
            <a:xfrm>
              <a:off x="16477" y="3767782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0E37FB-5FD3-BE2C-C25F-8831191810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204591-24BD-A542-B9D5-F8D8A88D2FEE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218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10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10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5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10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10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6"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10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500"/>
                            </p:stCondLst>
                            <p:childTnLst>
                              <p:par>
                                <p:cTn id="6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000"/>
                            </p:stCondLst>
                            <p:childTnLst>
                              <p:par>
                                <p:cTn id="7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10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10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1" dur="5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10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500"/>
                            </p:stCondLst>
                            <p:childTnLst>
                              <p:par>
                                <p:cTn id="9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000"/>
                            </p:stCondLst>
                            <p:childTnLst>
                              <p:par>
                                <p:cTn id="9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10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10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6"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10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10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1" dur="5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3" grpId="0"/>
      <p:bldP spid="386" grpId="0" animBg="1"/>
      <p:bldP spid="387" grpId="0" animBg="1"/>
      <p:bldP spid="388" grpId="0"/>
      <p:bldP spid="389" grpId="0" animBg="1"/>
      <p:bldP spid="390" grpId="0"/>
      <p:bldP spid="394" grpId="0" animBg="1"/>
      <p:bldP spid="395" grpId="0"/>
      <p:bldP spid="396" grpId="0"/>
      <p:bldP spid="397" grpId="0" animBg="1"/>
      <p:bldP spid="398" grpId="0"/>
      <p:bldP spid="399" grpId="0" animBg="1"/>
      <p:bldP spid="400" grpId="0" animBg="1"/>
      <p:bldP spid="401" grpId="0" animBg="1"/>
      <p:bldP spid="402" grpId="0" animBg="1"/>
      <p:bldP spid="403" grpId="0" animBg="1"/>
      <p:bldP spid="40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discussion</a:t>
            </a:r>
          </a:p>
        </p:txBody>
      </p:sp>
      <p:sp>
        <p:nvSpPr>
          <p:cNvPr id="444" name="Rectangle 3">
            <a:extLst>
              <a:ext uri="{FF2B5EF4-FFF2-40B4-BE49-F238E27FC236}">
                <a16:creationId xmlns:a16="http://schemas.microsoft.com/office/drawing/2014/main" id="{6E59D8FF-3BFC-9E4A-88AA-D168D119E03B}"/>
              </a:ext>
            </a:extLst>
          </p:cNvPr>
          <p:cNvSpPr txBox="1">
            <a:spLocks noChangeArrowheads="1"/>
          </p:cNvSpPr>
          <p:nvPr/>
        </p:nvSpPr>
        <p:spPr>
          <a:xfrm>
            <a:off x="739458" y="1447801"/>
            <a:ext cx="8709342" cy="1915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  <a:defRPr/>
            </a:pPr>
            <a:r>
              <a:rPr lang="en-US" dirty="0">
                <a:solidFill>
                  <a:srgbClr val="CC0000"/>
                </a:solidFill>
              </a:rPr>
              <a:t>algorithm complexity: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i="1" dirty="0"/>
              <a:t>n</a:t>
            </a:r>
            <a:r>
              <a:rPr lang="en-US" dirty="0"/>
              <a:t> nodes</a:t>
            </a:r>
          </a:p>
          <a:p>
            <a:pPr>
              <a:defRPr/>
            </a:pPr>
            <a:r>
              <a:rPr lang="en-US" sz="2400" dirty="0"/>
              <a:t>each of </a:t>
            </a:r>
            <a:r>
              <a:rPr lang="en-US" sz="2400" i="1" dirty="0"/>
              <a:t>n</a:t>
            </a:r>
            <a:r>
              <a:rPr lang="en-US" sz="2400" dirty="0"/>
              <a:t> iteration: need to check all nodes, </a:t>
            </a:r>
            <a:r>
              <a:rPr lang="en-US" sz="2400" i="1" dirty="0"/>
              <a:t>b</a:t>
            </a:r>
            <a:r>
              <a:rPr lang="en-US" sz="2400" dirty="0"/>
              <a:t>, not in </a:t>
            </a:r>
            <a:r>
              <a:rPr lang="en-US" sz="2400" i="1" dirty="0"/>
              <a:t>N’</a:t>
            </a:r>
          </a:p>
          <a:p>
            <a:pPr>
              <a:defRPr/>
            </a:pPr>
            <a:r>
              <a:rPr lang="en-US" sz="2400" i="1" dirty="0"/>
              <a:t>n</a:t>
            </a:r>
            <a:r>
              <a:rPr lang="en-US" sz="2400" dirty="0"/>
              <a:t>(</a:t>
            </a:r>
            <a:r>
              <a:rPr lang="en-US" sz="2400" i="1" dirty="0"/>
              <a:t>n</a:t>
            </a:r>
            <a:r>
              <a:rPr lang="en-US" sz="2400" dirty="0"/>
              <a:t>+1)/2 comparisons: O(</a:t>
            </a:r>
            <a:r>
              <a:rPr lang="en-US" sz="2400" i="1" dirty="0"/>
              <a:t>n</a:t>
            </a:r>
            <a:r>
              <a:rPr lang="en-US" sz="2400" i="1" baseline="30000" dirty="0"/>
              <a:t>2</a:t>
            </a:r>
            <a:r>
              <a:rPr lang="en-US" sz="2400" dirty="0"/>
              <a:t>) complexity</a:t>
            </a:r>
          </a:p>
          <a:p>
            <a:pPr>
              <a:defRPr/>
            </a:pPr>
            <a:r>
              <a:rPr lang="en-US" sz="2400" dirty="0"/>
              <a:t>more efficient implementations possible: O(</a:t>
            </a:r>
            <a:r>
              <a:rPr lang="en-US" sz="2400" i="1" dirty="0"/>
              <a:t>n</a:t>
            </a:r>
            <a:r>
              <a:rPr lang="en-US" sz="2400" dirty="0"/>
              <a:t>log</a:t>
            </a:r>
            <a:r>
              <a:rPr lang="en-US" sz="2400" i="1" dirty="0"/>
              <a:t>n</a:t>
            </a:r>
            <a:r>
              <a:rPr lang="en-US" sz="2400" dirty="0"/>
              <a:t>)</a:t>
            </a:r>
          </a:p>
        </p:txBody>
      </p:sp>
      <p:sp>
        <p:nvSpPr>
          <p:cNvPr id="445" name="Rectangle 3">
            <a:extLst>
              <a:ext uri="{FF2B5EF4-FFF2-40B4-BE49-F238E27FC236}">
                <a16:creationId xmlns:a16="http://schemas.microsoft.com/office/drawing/2014/main" id="{37555C05-2A0C-8E42-A9BE-7ECBAF0D8C2D}"/>
              </a:ext>
            </a:extLst>
          </p:cNvPr>
          <p:cNvSpPr txBox="1">
            <a:spLocks noChangeArrowheads="1"/>
          </p:cNvSpPr>
          <p:nvPr/>
        </p:nvSpPr>
        <p:spPr>
          <a:xfrm>
            <a:off x="729298" y="3378200"/>
            <a:ext cx="11310302" cy="23317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  <a:defRPr/>
            </a:pPr>
            <a:r>
              <a:rPr lang="en-US" dirty="0">
                <a:solidFill>
                  <a:srgbClr val="CC0000"/>
                </a:solidFill>
              </a:rPr>
              <a:t>message complexity: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  <a:p>
            <a:pPr>
              <a:defRPr/>
            </a:pPr>
            <a:r>
              <a:rPr lang="en-US" sz="2400" dirty="0"/>
              <a:t>each router must </a:t>
            </a:r>
            <a:r>
              <a:rPr lang="en-US" sz="2400" i="1" dirty="0">
                <a:solidFill>
                  <a:srgbClr val="0000A8"/>
                </a:solidFill>
              </a:rPr>
              <a:t>broadcast</a:t>
            </a:r>
            <a:r>
              <a:rPr lang="en-US" sz="2400" dirty="0"/>
              <a:t> its link state information to other </a:t>
            </a:r>
            <a:r>
              <a:rPr lang="en-US" sz="2400" i="1" dirty="0"/>
              <a:t>n</a:t>
            </a:r>
            <a:r>
              <a:rPr lang="en-US" sz="2400" dirty="0"/>
              <a:t> routers </a:t>
            </a:r>
          </a:p>
          <a:p>
            <a:pPr>
              <a:defRPr/>
            </a:pPr>
            <a:r>
              <a:rPr lang="en-US" sz="2400" dirty="0"/>
              <a:t>efficient (and interesting!) broadcast algorithms: O(</a:t>
            </a:r>
            <a:r>
              <a:rPr lang="en-US" sz="2400" i="1" dirty="0"/>
              <a:t>n</a:t>
            </a:r>
            <a:r>
              <a:rPr lang="en-US" sz="2400" dirty="0"/>
              <a:t>) link crossings to disseminate a broadcast message from one source</a:t>
            </a:r>
          </a:p>
          <a:p>
            <a:pPr>
              <a:defRPr/>
            </a:pPr>
            <a:r>
              <a:rPr lang="en-US" sz="2400" dirty="0"/>
              <a:t>each router’s message crosses O(</a:t>
            </a:r>
            <a:r>
              <a:rPr lang="en-US" sz="2400" i="1" dirty="0"/>
              <a:t>n</a:t>
            </a:r>
            <a:r>
              <a:rPr lang="en-US" sz="2400" dirty="0"/>
              <a:t>) links: overall message complexity: O(</a:t>
            </a:r>
            <a:r>
              <a:rPr lang="en-US" sz="2400" i="1" dirty="0"/>
              <a:t>n</a:t>
            </a:r>
            <a:r>
              <a:rPr lang="en-US" sz="2400" i="1" baseline="30000" dirty="0"/>
              <a:t>2</a:t>
            </a:r>
            <a:r>
              <a:rPr lang="en-US" sz="2400" dirty="0"/>
              <a:t>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8ADEDB-4B64-9E4B-08D6-883CB0ACA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204591-24BD-A542-B9D5-F8D8A88D2FEE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079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97152-6CB0-64F4-1CBE-65B40E4F6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360A4-CD75-B553-FB05-4C779DDCD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Mid-Term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95E49-E2CA-423E-2E30-72A77274E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Mid-Term Test: 10%</a:t>
            </a:r>
          </a:p>
          <a:p>
            <a:pPr lvl="1"/>
            <a:r>
              <a:rPr lang="en-US" dirty="0"/>
              <a:t>Time: Wednesday of Week 7, 9:50 – 11:20</a:t>
            </a:r>
          </a:p>
          <a:p>
            <a:pPr lvl="1"/>
            <a:r>
              <a:rPr lang="en-US" dirty="0"/>
              <a:t> Location: HJ202</a:t>
            </a:r>
          </a:p>
          <a:p>
            <a:pPr lvl="1"/>
            <a:r>
              <a:rPr lang="en-US" b="1" dirty="0"/>
              <a:t> </a:t>
            </a:r>
            <a:r>
              <a:rPr lang="en-US" dirty="0"/>
              <a:t>Closed-book exam</a:t>
            </a:r>
          </a:p>
          <a:p>
            <a:pPr lvl="1"/>
            <a:r>
              <a:rPr lang="en-US" dirty="0"/>
              <a:t>Week 1 – Week 6</a:t>
            </a:r>
          </a:p>
          <a:p>
            <a:pPr>
              <a:buNone/>
            </a:pP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09BB24-6A18-121F-C04A-999C107DA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6D7F103-DAC7-4228-877D-0B49E5F42AB7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144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14133</TotalTime>
  <Words>1866</Words>
  <Application>Microsoft Office PowerPoint</Application>
  <PresentationFormat>Widescreen</PresentationFormat>
  <Paragraphs>585</Paragraphs>
  <Slides>22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4" baseType="lpstr">
      <vt:lpstr>ＭＳ Ｐゴシック</vt:lpstr>
      <vt:lpstr>Times Roman</vt:lpstr>
      <vt:lpstr>Arial</vt:lpstr>
      <vt:lpstr>Calibri</vt:lpstr>
      <vt:lpstr>Calibri Light</vt:lpstr>
      <vt:lpstr>Comic Sans MS</vt:lpstr>
      <vt:lpstr>Courier New</vt:lpstr>
      <vt:lpstr>Gill Sans MT</vt:lpstr>
      <vt:lpstr>Perpetua</vt:lpstr>
      <vt:lpstr>Times New Roman</vt:lpstr>
      <vt:lpstr>Wingdings</vt:lpstr>
      <vt:lpstr>Office Theme</vt:lpstr>
      <vt:lpstr>PowerPoint Presentation</vt:lpstr>
      <vt:lpstr>Routing is Necessary for Wireless Network</vt:lpstr>
      <vt:lpstr>Routing is Necessary for Wireless Network</vt:lpstr>
      <vt:lpstr>Routing in Fiber Network</vt:lpstr>
      <vt:lpstr>Routing in Fiber Network</vt:lpstr>
      <vt:lpstr>IP Address</vt:lpstr>
      <vt:lpstr>Routing protocols</vt:lpstr>
      <vt:lpstr>Routing tables</vt:lpstr>
      <vt:lpstr>Routing example</vt:lpstr>
      <vt:lpstr>Routing example</vt:lpstr>
      <vt:lpstr>Routing example</vt:lpstr>
      <vt:lpstr>Routing example</vt:lpstr>
      <vt:lpstr>Routing example</vt:lpstr>
      <vt:lpstr>Routing example</vt:lpstr>
      <vt:lpstr>Graph abstraction: link costs</vt:lpstr>
      <vt:lpstr>Dijkstra’s link-state routing algorithm</vt:lpstr>
      <vt:lpstr>Dijkstra’s link-state routing algorithm</vt:lpstr>
      <vt:lpstr>Dijkstra’s algorithm: an example</vt:lpstr>
      <vt:lpstr>Dijkstra’s algorithm: an example</vt:lpstr>
      <vt:lpstr>Dijkstra’s algorithm: another example</vt:lpstr>
      <vt:lpstr>Dijkstra’s algorithm: discussion</vt:lpstr>
      <vt:lpstr>Mid-Term Test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Kurose</dc:creator>
  <cp:lastModifiedBy>Liang Liu</cp:lastModifiedBy>
  <cp:revision>610</cp:revision>
  <dcterms:created xsi:type="dcterms:W3CDTF">2020-01-18T07:24:59Z</dcterms:created>
  <dcterms:modified xsi:type="dcterms:W3CDTF">2026-02-08T02:55:25Z</dcterms:modified>
</cp:coreProperties>
</file>